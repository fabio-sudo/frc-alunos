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5E8CCB5-7653-5900-40A6-93B3563F1F24}" name="Fabio Henrique Trevezane" initials="FT" userId="S::fabio.trevezane@sp.senai.br::89b416c3-2cc6-49b4-bf3f-c9f73f74be0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77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8/10/relationships/authors" Target="authors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97FB870-D2E0-4B1C-9098-B71C8FBC06B1}" type="doc">
      <dgm:prSet loTypeId="urn:microsoft.com/office/officeart/2018/2/layout/IconLabelList" loCatId="icon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33E3968-3A5F-442F-9167-43C800AB4BE1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 dirty="0" err="1"/>
            <a:t>Subsystem</a:t>
          </a:r>
          <a:endParaRPr lang="en-US" dirty="0"/>
        </a:p>
      </dgm:t>
    </dgm:pt>
    <dgm:pt modelId="{EE2A586A-FEC2-4CCB-9A5C-63A8D78CD25D}" type="parTrans" cxnId="{368B9180-9FA8-4E8D-A04B-2C0E9241FC7C}">
      <dgm:prSet/>
      <dgm:spPr/>
      <dgm:t>
        <a:bodyPr/>
        <a:lstStyle/>
        <a:p>
          <a:endParaRPr lang="en-US"/>
        </a:p>
      </dgm:t>
    </dgm:pt>
    <dgm:pt modelId="{01FEDCA1-8D88-40BF-A075-11B3CDD3C61C}" type="sibTrans" cxnId="{368B9180-9FA8-4E8D-A04B-2C0E9241FC7C}">
      <dgm:prSet/>
      <dgm:spPr/>
      <dgm:t>
        <a:bodyPr/>
        <a:lstStyle/>
        <a:p>
          <a:endParaRPr lang="en-US"/>
        </a:p>
      </dgm:t>
    </dgm:pt>
    <dgm:pt modelId="{BCB171FA-465D-46AA-848F-08057019AB3D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Possui o hardware.</a:t>
          </a:r>
          <a:endParaRPr lang="en-US" dirty="0"/>
        </a:p>
      </dgm:t>
    </dgm:pt>
    <dgm:pt modelId="{8B9E5A85-9EF6-45FB-8AE7-D752AED8D8D7}" type="parTrans" cxnId="{FC3A4369-420A-4EDB-B13B-E1A6EEA232D6}">
      <dgm:prSet/>
      <dgm:spPr/>
      <dgm:t>
        <a:bodyPr/>
        <a:lstStyle/>
        <a:p>
          <a:endParaRPr lang="en-US"/>
        </a:p>
      </dgm:t>
    </dgm:pt>
    <dgm:pt modelId="{B5D54FD7-CB5B-49E5-A82F-6C06B4D6777A}" type="sibTrans" cxnId="{FC3A4369-420A-4EDB-B13B-E1A6EEA232D6}">
      <dgm:prSet/>
      <dgm:spPr/>
      <dgm:t>
        <a:bodyPr/>
        <a:lstStyle/>
        <a:p>
          <a:endParaRPr lang="en-US"/>
        </a:p>
      </dgm:t>
    </dgm:pt>
    <dgm:pt modelId="{97B94758-F269-46EF-8ADD-6401D10C8637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 dirty="0"/>
            <a:t>Command</a:t>
          </a:r>
          <a:endParaRPr lang="en-US" dirty="0"/>
        </a:p>
      </dgm:t>
    </dgm:pt>
    <dgm:pt modelId="{AC454AA8-1366-460E-BC12-C3E141DD9232}" type="parTrans" cxnId="{7164CF85-6877-40CC-A430-DD3DF1986E5E}">
      <dgm:prSet/>
      <dgm:spPr/>
      <dgm:t>
        <a:bodyPr/>
        <a:lstStyle/>
        <a:p>
          <a:endParaRPr lang="en-US"/>
        </a:p>
      </dgm:t>
    </dgm:pt>
    <dgm:pt modelId="{78D6A7FE-7DD2-490A-A4A4-4C8DA7C04897}" type="sibTrans" cxnId="{7164CF85-6877-40CC-A430-DD3DF1986E5E}">
      <dgm:prSet/>
      <dgm:spPr/>
      <dgm:t>
        <a:bodyPr/>
        <a:lstStyle/>
        <a:p>
          <a:endParaRPr lang="en-US"/>
        </a:p>
      </dgm:t>
    </dgm:pt>
    <dgm:pt modelId="{44DDB88D-6DD6-4ECC-A15E-1B07E527D39E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Usa o </a:t>
          </a:r>
          <a:r>
            <a:rPr lang="pt-BR" dirty="0" err="1"/>
            <a:t>subsystem</a:t>
          </a:r>
          <a:r>
            <a:rPr lang="pt-BR" dirty="0"/>
            <a:t> para executar ações.</a:t>
          </a:r>
          <a:endParaRPr lang="en-US" dirty="0"/>
        </a:p>
      </dgm:t>
    </dgm:pt>
    <dgm:pt modelId="{A5E6963A-38B3-4E55-9843-5B1E45757778}" type="parTrans" cxnId="{A92BE42D-0446-4D14-893C-140B3279FD80}">
      <dgm:prSet/>
      <dgm:spPr/>
      <dgm:t>
        <a:bodyPr/>
        <a:lstStyle/>
        <a:p>
          <a:endParaRPr lang="en-US"/>
        </a:p>
      </dgm:t>
    </dgm:pt>
    <dgm:pt modelId="{82DB4BB4-AC44-4133-872C-54A3E78D302F}" type="sibTrans" cxnId="{A92BE42D-0446-4D14-893C-140B3279FD80}">
      <dgm:prSet/>
      <dgm:spPr/>
      <dgm:t>
        <a:bodyPr/>
        <a:lstStyle/>
        <a:p>
          <a:endParaRPr lang="en-US"/>
        </a:p>
      </dgm:t>
    </dgm:pt>
    <dgm:pt modelId="{8DC44A72-1FDA-4C1C-B240-40871F2D7A51}" type="pres">
      <dgm:prSet presAssocID="{697FB870-D2E0-4B1C-9098-B71C8FBC06B1}" presName="root" presStyleCnt="0">
        <dgm:presLayoutVars>
          <dgm:dir/>
          <dgm:resizeHandles val="exact"/>
        </dgm:presLayoutVars>
      </dgm:prSet>
      <dgm:spPr/>
    </dgm:pt>
    <dgm:pt modelId="{676F5D7B-FD3A-4777-8DD7-2D6D44B5C0E0}" type="pres">
      <dgm:prSet presAssocID="{733E3968-3A5F-442F-9167-43C800AB4BE1}" presName="compNode" presStyleCnt="0"/>
      <dgm:spPr/>
    </dgm:pt>
    <dgm:pt modelId="{3DF5EB59-66B8-4EFF-858B-7A7D7E3FE725}" type="pres">
      <dgm:prSet presAssocID="{733E3968-3A5F-442F-9167-43C800AB4BE1}" presName="iconRect" presStyleLbl="node1" presStyleIdx="0" presStyleCnt="4" custLinFactNeighborX="1054" custLinFactNeighborY="-7380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ngrenagens"/>
        </a:ext>
      </dgm:extLst>
    </dgm:pt>
    <dgm:pt modelId="{09B15E5F-59F7-427C-B2FF-60DBB5FC2EB6}" type="pres">
      <dgm:prSet presAssocID="{733E3968-3A5F-442F-9167-43C800AB4BE1}" presName="spaceRect" presStyleCnt="0"/>
      <dgm:spPr/>
    </dgm:pt>
    <dgm:pt modelId="{41287C8B-F671-47B7-A860-B461DAA7FB15}" type="pres">
      <dgm:prSet presAssocID="{733E3968-3A5F-442F-9167-43C800AB4BE1}" presName="textRect" presStyleLbl="revTx" presStyleIdx="0" presStyleCnt="4" custLinFactY="-14502" custLinFactNeighborX="1423" custLinFactNeighborY="-100000">
        <dgm:presLayoutVars>
          <dgm:chMax val="1"/>
          <dgm:chPref val="1"/>
        </dgm:presLayoutVars>
      </dgm:prSet>
      <dgm:spPr/>
    </dgm:pt>
    <dgm:pt modelId="{79CA185B-9F25-43A1-B071-77D3E53CD96D}" type="pres">
      <dgm:prSet presAssocID="{01FEDCA1-8D88-40BF-A075-11B3CDD3C61C}" presName="sibTrans" presStyleCnt="0"/>
      <dgm:spPr/>
    </dgm:pt>
    <dgm:pt modelId="{D71A3C4B-BC2D-4A63-8CBA-30C999EE9DCF}" type="pres">
      <dgm:prSet presAssocID="{BCB171FA-465D-46AA-848F-08057019AB3D}" presName="compNode" presStyleCnt="0"/>
      <dgm:spPr/>
    </dgm:pt>
    <dgm:pt modelId="{52F9606D-C06E-4543-85CF-C39A32C0AC85}" type="pres">
      <dgm:prSet presAssocID="{BCB171FA-465D-46AA-848F-08057019AB3D}" presName="iconRect" presStyleLbl="node1" presStyleIdx="1" presStyleCnt="4" custLinFactX="-100000" custLinFactNeighborX="-176233" custLinFactNeighborY="8856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ador"/>
        </a:ext>
      </dgm:extLst>
    </dgm:pt>
    <dgm:pt modelId="{C46D4C1B-A28B-4D2A-9FB0-20D55692A398}" type="pres">
      <dgm:prSet presAssocID="{BCB171FA-465D-46AA-848F-08057019AB3D}" presName="spaceRect" presStyleCnt="0"/>
      <dgm:spPr/>
    </dgm:pt>
    <dgm:pt modelId="{4F089DDD-1679-4A2E-B77D-58A86739AFAD}" type="pres">
      <dgm:prSet presAssocID="{BCB171FA-465D-46AA-848F-08057019AB3D}" presName="textRect" presStyleLbl="revTx" presStyleIdx="1" presStyleCnt="4" custLinFactX="-4378" custLinFactNeighborX="-100000" custLinFactNeighborY="71011">
        <dgm:presLayoutVars>
          <dgm:chMax val="1"/>
          <dgm:chPref val="1"/>
        </dgm:presLayoutVars>
      </dgm:prSet>
      <dgm:spPr/>
    </dgm:pt>
    <dgm:pt modelId="{C4A2CDBD-ABB1-4DB7-A563-6D13E49A1AE9}" type="pres">
      <dgm:prSet presAssocID="{B5D54FD7-CB5B-49E5-A82F-6C06B4D6777A}" presName="sibTrans" presStyleCnt="0"/>
      <dgm:spPr/>
    </dgm:pt>
    <dgm:pt modelId="{8FB6A898-7E30-4979-9B80-0DEC259D8EEB}" type="pres">
      <dgm:prSet presAssocID="{97B94758-F269-46EF-8ADD-6401D10C8637}" presName="compNode" presStyleCnt="0"/>
      <dgm:spPr/>
    </dgm:pt>
    <dgm:pt modelId="{88E124EF-A455-4482-8DBE-C0220ED2DDD7}" type="pres">
      <dgm:prSet presAssocID="{97B94758-F269-46EF-8ADD-6401D10C8637}" presName="iconRect" presStyleLbl="node1" presStyleIdx="2" presStyleCnt="4" custLinFactY="-2270" custLinFactNeighborX="71694" custLinFactNeighborY="-100000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ecision chart"/>
        </a:ext>
      </dgm:extLst>
    </dgm:pt>
    <dgm:pt modelId="{E516AAE1-5842-406C-9E14-BD153DA71F86}" type="pres">
      <dgm:prSet presAssocID="{97B94758-F269-46EF-8ADD-6401D10C8637}" presName="spaceRect" presStyleCnt="0"/>
      <dgm:spPr/>
    </dgm:pt>
    <dgm:pt modelId="{FCE79323-7384-4F85-97F7-734123969A18}" type="pres">
      <dgm:prSet presAssocID="{97B94758-F269-46EF-8ADD-6401D10C8637}" presName="textRect" presStyleLbl="revTx" presStyleIdx="2" presStyleCnt="4" custLinFactY="-64502" custLinFactNeighborX="28941" custLinFactNeighborY="-100000">
        <dgm:presLayoutVars>
          <dgm:chMax val="1"/>
          <dgm:chPref val="1"/>
        </dgm:presLayoutVars>
      </dgm:prSet>
      <dgm:spPr/>
    </dgm:pt>
    <dgm:pt modelId="{0CCC1CF4-59DE-4E8D-99FA-67273A73948A}" type="pres">
      <dgm:prSet presAssocID="{78D6A7FE-7DD2-490A-A4A4-4C8DA7C04897}" presName="sibTrans" presStyleCnt="0"/>
      <dgm:spPr/>
    </dgm:pt>
    <dgm:pt modelId="{89F12E05-D4BD-4C5C-A59B-0B6E92D7A9EA}" type="pres">
      <dgm:prSet presAssocID="{44DDB88D-6DD6-4ECC-A15E-1B07E527D39E}" presName="compNode" presStyleCnt="0"/>
      <dgm:spPr/>
    </dgm:pt>
    <dgm:pt modelId="{2E7C55CA-7F88-4FA7-A371-9D09C03BF42B}" type="pres">
      <dgm:prSet presAssocID="{44DDB88D-6DD6-4ECC-A15E-1B07E527D39E}" presName="iconRect" presStyleLbl="node1" presStyleIdx="3" presStyleCnt="4" custLinFactX="-85561" custLinFactNeighborX="-100000" custLinFactNeighborY="4287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ingle gear"/>
        </a:ext>
      </dgm:extLst>
    </dgm:pt>
    <dgm:pt modelId="{3C9145A2-4A72-4CF7-B9CD-DF070817092C}" type="pres">
      <dgm:prSet presAssocID="{44DDB88D-6DD6-4ECC-A15E-1B07E527D39E}" presName="spaceRect" presStyleCnt="0"/>
      <dgm:spPr/>
    </dgm:pt>
    <dgm:pt modelId="{5DCBF5A1-72DE-4726-8DAC-26CDF72B9F99}" type="pres">
      <dgm:prSet presAssocID="{44DDB88D-6DD6-4ECC-A15E-1B07E527D39E}" presName="textRect" presStyleLbl="revTx" presStyleIdx="3" presStyleCnt="4" custLinFactNeighborX="-76860" custLinFactNeighborY="6828">
        <dgm:presLayoutVars>
          <dgm:chMax val="1"/>
          <dgm:chPref val="1"/>
        </dgm:presLayoutVars>
      </dgm:prSet>
      <dgm:spPr/>
    </dgm:pt>
  </dgm:ptLst>
  <dgm:cxnLst>
    <dgm:cxn modelId="{A92BE42D-0446-4D14-893C-140B3279FD80}" srcId="{697FB870-D2E0-4B1C-9098-B71C8FBC06B1}" destId="{44DDB88D-6DD6-4ECC-A15E-1B07E527D39E}" srcOrd="3" destOrd="0" parTransId="{A5E6963A-38B3-4E55-9843-5B1E45757778}" sibTransId="{82DB4BB4-AC44-4133-872C-54A3E78D302F}"/>
    <dgm:cxn modelId="{A4217063-E9E1-4E30-ACF6-AF780CEB7D4C}" type="presOf" srcId="{97B94758-F269-46EF-8ADD-6401D10C8637}" destId="{FCE79323-7384-4F85-97F7-734123969A18}" srcOrd="0" destOrd="0" presId="urn:microsoft.com/office/officeart/2018/2/layout/IconLabelList"/>
    <dgm:cxn modelId="{500C9A47-38D9-4B35-9B22-3D435CA158FE}" type="presOf" srcId="{733E3968-3A5F-442F-9167-43C800AB4BE1}" destId="{41287C8B-F671-47B7-A860-B461DAA7FB15}" srcOrd="0" destOrd="0" presId="urn:microsoft.com/office/officeart/2018/2/layout/IconLabelList"/>
    <dgm:cxn modelId="{FC3A4369-420A-4EDB-B13B-E1A6EEA232D6}" srcId="{697FB870-D2E0-4B1C-9098-B71C8FBC06B1}" destId="{BCB171FA-465D-46AA-848F-08057019AB3D}" srcOrd="1" destOrd="0" parTransId="{8B9E5A85-9EF6-45FB-8AE7-D752AED8D8D7}" sibTransId="{B5D54FD7-CB5B-49E5-A82F-6C06B4D6777A}"/>
    <dgm:cxn modelId="{B62AE57A-6548-4423-813D-27B8FF58C83B}" type="presOf" srcId="{44DDB88D-6DD6-4ECC-A15E-1B07E527D39E}" destId="{5DCBF5A1-72DE-4726-8DAC-26CDF72B9F99}" srcOrd="0" destOrd="0" presId="urn:microsoft.com/office/officeart/2018/2/layout/IconLabelList"/>
    <dgm:cxn modelId="{368B9180-9FA8-4E8D-A04B-2C0E9241FC7C}" srcId="{697FB870-D2E0-4B1C-9098-B71C8FBC06B1}" destId="{733E3968-3A5F-442F-9167-43C800AB4BE1}" srcOrd="0" destOrd="0" parTransId="{EE2A586A-FEC2-4CCB-9A5C-63A8D78CD25D}" sibTransId="{01FEDCA1-8D88-40BF-A075-11B3CDD3C61C}"/>
    <dgm:cxn modelId="{7164CF85-6877-40CC-A430-DD3DF1986E5E}" srcId="{697FB870-D2E0-4B1C-9098-B71C8FBC06B1}" destId="{97B94758-F269-46EF-8ADD-6401D10C8637}" srcOrd="2" destOrd="0" parTransId="{AC454AA8-1366-460E-BC12-C3E141DD9232}" sibTransId="{78D6A7FE-7DD2-490A-A4A4-4C8DA7C04897}"/>
    <dgm:cxn modelId="{7C473CD5-CF0D-4DBE-9784-70A8BC81140B}" type="presOf" srcId="{BCB171FA-465D-46AA-848F-08057019AB3D}" destId="{4F089DDD-1679-4A2E-B77D-58A86739AFAD}" srcOrd="0" destOrd="0" presId="urn:microsoft.com/office/officeart/2018/2/layout/IconLabelList"/>
    <dgm:cxn modelId="{FF0100F8-3BFB-4150-A99D-A3628DAFD10C}" type="presOf" srcId="{697FB870-D2E0-4B1C-9098-B71C8FBC06B1}" destId="{8DC44A72-1FDA-4C1C-B240-40871F2D7A51}" srcOrd="0" destOrd="0" presId="urn:microsoft.com/office/officeart/2018/2/layout/IconLabelList"/>
    <dgm:cxn modelId="{C72DB2E6-5A07-46AE-9595-22F713CAA1FC}" type="presParOf" srcId="{8DC44A72-1FDA-4C1C-B240-40871F2D7A51}" destId="{676F5D7B-FD3A-4777-8DD7-2D6D44B5C0E0}" srcOrd="0" destOrd="0" presId="urn:microsoft.com/office/officeart/2018/2/layout/IconLabelList"/>
    <dgm:cxn modelId="{8151EC59-FC5E-4658-A3D3-BAB5BE40040B}" type="presParOf" srcId="{676F5D7B-FD3A-4777-8DD7-2D6D44B5C0E0}" destId="{3DF5EB59-66B8-4EFF-858B-7A7D7E3FE725}" srcOrd="0" destOrd="0" presId="urn:microsoft.com/office/officeart/2018/2/layout/IconLabelList"/>
    <dgm:cxn modelId="{1EC24E15-4578-4EF6-B747-81708A856BF9}" type="presParOf" srcId="{676F5D7B-FD3A-4777-8DD7-2D6D44B5C0E0}" destId="{09B15E5F-59F7-427C-B2FF-60DBB5FC2EB6}" srcOrd="1" destOrd="0" presId="urn:microsoft.com/office/officeart/2018/2/layout/IconLabelList"/>
    <dgm:cxn modelId="{455E513B-7D0C-4219-99F8-EFE0DB13BCCE}" type="presParOf" srcId="{676F5D7B-FD3A-4777-8DD7-2D6D44B5C0E0}" destId="{41287C8B-F671-47B7-A860-B461DAA7FB15}" srcOrd="2" destOrd="0" presId="urn:microsoft.com/office/officeart/2018/2/layout/IconLabelList"/>
    <dgm:cxn modelId="{252A2062-02E6-4356-843D-AD1E8EA0592A}" type="presParOf" srcId="{8DC44A72-1FDA-4C1C-B240-40871F2D7A51}" destId="{79CA185B-9F25-43A1-B071-77D3E53CD96D}" srcOrd="1" destOrd="0" presId="urn:microsoft.com/office/officeart/2018/2/layout/IconLabelList"/>
    <dgm:cxn modelId="{3A1A172B-795E-425A-9083-05F90AF75F0C}" type="presParOf" srcId="{8DC44A72-1FDA-4C1C-B240-40871F2D7A51}" destId="{D71A3C4B-BC2D-4A63-8CBA-30C999EE9DCF}" srcOrd="2" destOrd="0" presId="urn:microsoft.com/office/officeart/2018/2/layout/IconLabelList"/>
    <dgm:cxn modelId="{F0B3D859-5010-4CEB-910A-D35BB5E23F58}" type="presParOf" srcId="{D71A3C4B-BC2D-4A63-8CBA-30C999EE9DCF}" destId="{52F9606D-C06E-4543-85CF-C39A32C0AC85}" srcOrd="0" destOrd="0" presId="urn:microsoft.com/office/officeart/2018/2/layout/IconLabelList"/>
    <dgm:cxn modelId="{350B182C-8014-4D29-92B7-B3C1E9BDB7D1}" type="presParOf" srcId="{D71A3C4B-BC2D-4A63-8CBA-30C999EE9DCF}" destId="{C46D4C1B-A28B-4D2A-9FB0-20D55692A398}" srcOrd="1" destOrd="0" presId="urn:microsoft.com/office/officeart/2018/2/layout/IconLabelList"/>
    <dgm:cxn modelId="{2B228FF4-98CA-45B9-A725-DFB83E04782B}" type="presParOf" srcId="{D71A3C4B-BC2D-4A63-8CBA-30C999EE9DCF}" destId="{4F089DDD-1679-4A2E-B77D-58A86739AFAD}" srcOrd="2" destOrd="0" presId="urn:microsoft.com/office/officeart/2018/2/layout/IconLabelList"/>
    <dgm:cxn modelId="{61D22EC2-23E2-49A4-8C9A-6A391D3B3CE9}" type="presParOf" srcId="{8DC44A72-1FDA-4C1C-B240-40871F2D7A51}" destId="{C4A2CDBD-ABB1-4DB7-A563-6D13E49A1AE9}" srcOrd="3" destOrd="0" presId="urn:microsoft.com/office/officeart/2018/2/layout/IconLabelList"/>
    <dgm:cxn modelId="{979EBF43-9CC7-473A-9AAD-5B4740255AE0}" type="presParOf" srcId="{8DC44A72-1FDA-4C1C-B240-40871F2D7A51}" destId="{8FB6A898-7E30-4979-9B80-0DEC259D8EEB}" srcOrd="4" destOrd="0" presId="urn:microsoft.com/office/officeart/2018/2/layout/IconLabelList"/>
    <dgm:cxn modelId="{F510A427-0719-4898-91F1-00C83D6464CB}" type="presParOf" srcId="{8FB6A898-7E30-4979-9B80-0DEC259D8EEB}" destId="{88E124EF-A455-4482-8DBE-C0220ED2DDD7}" srcOrd="0" destOrd="0" presId="urn:microsoft.com/office/officeart/2018/2/layout/IconLabelList"/>
    <dgm:cxn modelId="{6ED84A82-4D75-47EA-9815-99F8F2A6D8EC}" type="presParOf" srcId="{8FB6A898-7E30-4979-9B80-0DEC259D8EEB}" destId="{E516AAE1-5842-406C-9E14-BD153DA71F86}" srcOrd="1" destOrd="0" presId="urn:microsoft.com/office/officeart/2018/2/layout/IconLabelList"/>
    <dgm:cxn modelId="{AF928186-7C2D-40F0-AD17-C7E1F6E83F33}" type="presParOf" srcId="{8FB6A898-7E30-4979-9B80-0DEC259D8EEB}" destId="{FCE79323-7384-4F85-97F7-734123969A18}" srcOrd="2" destOrd="0" presId="urn:microsoft.com/office/officeart/2018/2/layout/IconLabelList"/>
    <dgm:cxn modelId="{98B08659-8CF5-44C3-811B-9CDDDB218B30}" type="presParOf" srcId="{8DC44A72-1FDA-4C1C-B240-40871F2D7A51}" destId="{0CCC1CF4-59DE-4E8D-99FA-67273A73948A}" srcOrd="5" destOrd="0" presId="urn:microsoft.com/office/officeart/2018/2/layout/IconLabelList"/>
    <dgm:cxn modelId="{00341AD4-43EE-40BF-8BB6-03246243362E}" type="presParOf" srcId="{8DC44A72-1FDA-4C1C-B240-40871F2D7A51}" destId="{89F12E05-D4BD-4C5C-A59B-0B6E92D7A9EA}" srcOrd="6" destOrd="0" presId="urn:microsoft.com/office/officeart/2018/2/layout/IconLabelList"/>
    <dgm:cxn modelId="{22B1C2F9-52C8-40A0-8CA8-4BDAA9189247}" type="presParOf" srcId="{89F12E05-D4BD-4C5C-A59B-0B6E92D7A9EA}" destId="{2E7C55CA-7F88-4FA7-A371-9D09C03BF42B}" srcOrd="0" destOrd="0" presId="urn:microsoft.com/office/officeart/2018/2/layout/IconLabelList"/>
    <dgm:cxn modelId="{3885DB54-E94B-4D4D-B535-0D7E479EF193}" type="presParOf" srcId="{89F12E05-D4BD-4C5C-A59B-0B6E92D7A9EA}" destId="{3C9145A2-4A72-4CF7-B9CD-DF070817092C}" srcOrd="1" destOrd="0" presId="urn:microsoft.com/office/officeart/2018/2/layout/IconLabelList"/>
    <dgm:cxn modelId="{4FA49D8E-A217-4BF7-81E9-94CCFA74AA4E}" type="presParOf" srcId="{89F12E05-D4BD-4C5C-A59B-0B6E92D7A9EA}" destId="{5DCBF5A1-72DE-4726-8DAC-26CDF72B9F9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F5EB59-66B8-4EFF-858B-7A7D7E3FE725}">
      <dsp:nvSpPr>
        <dsp:cNvPr id="0" name=""/>
        <dsp:cNvSpPr/>
      </dsp:nvSpPr>
      <dsp:spPr>
        <a:xfrm>
          <a:off x="1148808" y="515290"/>
          <a:ext cx="932563" cy="93256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287C8B-F671-47B7-A860-B461DAA7FB15}">
      <dsp:nvSpPr>
        <dsp:cNvPr id="0" name=""/>
        <dsp:cNvSpPr/>
      </dsp:nvSpPr>
      <dsp:spPr>
        <a:xfrm>
          <a:off x="598569" y="1603373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kern="1200" dirty="0" err="1"/>
            <a:t>Subsystem</a:t>
          </a:r>
          <a:endParaRPr lang="en-US" sz="1800" kern="1200" dirty="0"/>
        </a:p>
      </dsp:txBody>
      <dsp:txXfrm>
        <a:off x="598569" y="1603373"/>
        <a:ext cx="2072362" cy="720000"/>
      </dsp:txXfrm>
    </dsp:sp>
    <dsp:sp modelId="{52F9606D-C06E-4543-85CF-C39A32C0AC85}">
      <dsp:nvSpPr>
        <dsp:cNvPr id="0" name=""/>
        <dsp:cNvSpPr/>
      </dsp:nvSpPr>
      <dsp:spPr>
        <a:xfrm>
          <a:off x="997958" y="2029455"/>
          <a:ext cx="932563" cy="93256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089DDD-1679-4A2E-B77D-58A86739AFAD}">
      <dsp:nvSpPr>
        <dsp:cNvPr id="0" name=""/>
        <dsp:cNvSpPr/>
      </dsp:nvSpPr>
      <dsp:spPr>
        <a:xfrm>
          <a:off x="841015" y="2939067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/>
            <a:t>Possui o hardware.</a:t>
          </a:r>
          <a:endParaRPr lang="en-US" sz="1800" kern="1200" dirty="0"/>
        </a:p>
      </dsp:txBody>
      <dsp:txXfrm>
        <a:off x="841015" y="2939067"/>
        <a:ext cx="2072362" cy="720000"/>
      </dsp:txXfrm>
    </dsp:sp>
    <dsp:sp modelId="{88E124EF-A455-4482-8DBE-C0220ED2DDD7}">
      <dsp:nvSpPr>
        <dsp:cNvPr id="0" name=""/>
        <dsp:cNvSpPr/>
      </dsp:nvSpPr>
      <dsp:spPr>
        <a:xfrm>
          <a:off x="6677623" y="249817"/>
          <a:ext cx="932563" cy="93256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E79323-7384-4F85-97F7-734123969A18}">
      <dsp:nvSpPr>
        <dsp:cNvPr id="0" name=""/>
        <dsp:cNvSpPr/>
      </dsp:nvSpPr>
      <dsp:spPr>
        <a:xfrm>
          <a:off x="6038894" y="1243373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kern="1200" dirty="0"/>
            <a:t>Command</a:t>
          </a:r>
          <a:endParaRPr lang="en-US" sz="1800" kern="1200" dirty="0"/>
        </a:p>
      </dsp:txBody>
      <dsp:txXfrm>
        <a:off x="6038894" y="1243373"/>
        <a:ext cx="2072362" cy="720000"/>
      </dsp:txXfrm>
    </dsp:sp>
    <dsp:sp modelId="{2E7C55CA-7F88-4FA7-A371-9D09C03BF42B}">
      <dsp:nvSpPr>
        <dsp:cNvPr id="0" name=""/>
        <dsp:cNvSpPr/>
      </dsp:nvSpPr>
      <dsp:spPr>
        <a:xfrm>
          <a:off x="6713583" y="1603376"/>
          <a:ext cx="932563" cy="93256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CBF5A1-72DE-4726-8DAC-26CDF72B9F99}">
      <dsp:nvSpPr>
        <dsp:cNvPr id="0" name=""/>
        <dsp:cNvSpPr/>
      </dsp:nvSpPr>
      <dsp:spPr>
        <a:xfrm>
          <a:off x="6281339" y="2476949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/>
            <a:t>Usa o </a:t>
          </a:r>
          <a:r>
            <a:rPr lang="pt-BR" sz="1800" kern="1200" dirty="0" err="1"/>
            <a:t>subsystem</a:t>
          </a:r>
          <a:r>
            <a:rPr lang="pt-BR" sz="1800" kern="1200" dirty="0"/>
            <a:t> para executar ações.</a:t>
          </a:r>
          <a:endParaRPr lang="en-US" sz="1800" kern="1200" dirty="0"/>
        </a:p>
      </dsp:txBody>
      <dsp:txXfrm>
        <a:off x="6281339" y="2476949"/>
        <a:ext cx="2072362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A3D642-C97C-0F89-ADA4-9AECAFADB9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1140BEE-B1A1-E862-AB48-C4B4B221AD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3CED06E-26F4-803A-550A-0E3FFBF2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62F1E-CBCE-4086-B52C-1BF4B4C7D487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995A4F3-AB66-7B30-1B56-C866FD48A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528378D-71F3-9E26-8D13-667F589C6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2AF6E-F025-4662-BEFE-0E181699B7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5348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889020-E75A-AC18-6A29-9B0546337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BF917FC-43A0-403C-89B8-906027D377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3C214F6-F8CE-397F-8955-E3B428F71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62F1E-CBCE-4086-B52C-1BF4B4C7D487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32C9FB4-D927-EF7F-8EEA-955FB4A9A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3FFABF7-19F6-D11E-2E51-D239E3B05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2AF6E-F025-4662-BEFE-0E181699B7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407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661D56-4978-97EF-91E4-5053C7EC3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87CFC08-B08A-8DFA-1B9C-ED5C1F35A8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B896F07-625B-2D6B-664B-DA129050C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62F1E-CBCE-4086-B52C-1BF4B4C7D487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2A8AAE-1772-0C82-5CBC-5549219A7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4001D14-E3E4-AF1D-9C9D-A53783C79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2AF6E-F025-4662-BEFE-0E181699B7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500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5AF026-2996-92DB-659C-852284525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AF73B4-C0EA-CE92-1454-973AD28C41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21311DA-0837-669D-B36B-D4CDC23BF3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4D431A4-6ECA-0DBA-183F-3C0C3C077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62F1E-CBCE-4086-B52C-1BF4B4C7D487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A8F63BE-20DB-7B94-9212-E6E81815B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7D1602C-7919-7BD1-C832-1798B982C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2AF6E-F025-4662-BEFE-0E181699B7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2976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25E8B6-B257-763A-C3DB-786F0EE1E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BEA78D0-FAAD-AA2E-9C23-096548A7A1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B62BBF4-3487-C54C-5180-DB2D44B82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A1B2B91-47D5-FADC-7656-FB1C1A6138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F014E5C-B7CB-52C6-8FF3-328D22D44B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EA847D8-5E06-1722-ACEE-CA6D155A0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62F1E-CBCE-4086-B52C-1BF4B4C7D487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DCAA7D3-6DED-C1AE-8944-DC21E9800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B48754D-A53B-D6E4-5E8F-37C8DBDCF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2AF6E-F025-4662-BEFE-0E181699B7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3075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C102CD-03C6-908C-CDCB-21A7CBB06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F2BC1C8-78DC-8488-225E-A347CB570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62F1E-CBCE-4086-B52C-1BF4B4C7D487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874F8AE-ED53-5F35-EA17-437F69C63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EE2A418-A36C-7B2C-841C-F125430DE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2AF6E-F025-4662-BEFE-0E181699B7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3913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3D65CE5-AFB7-99AF-36AD-1A374CB67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62F1E-CBCE-4086-B52C-1BF4B4C7D487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5BBA5ED-CAD7-C3B3-470B-544BB9878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E251DA7-4B61-45DB-AE2A-231092A0A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2AF6E-F025-4662-BEFE-0E181699B7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9141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87C085-767A-C9F8-9014-D4726117A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50902B-9A15-744E-A9E1-23176504BD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D749FF6-23EF-996C-C6A6-E9B718EFF9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7C45688-D744-CFFD-0BB9-C90890C9E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62F1E-CBCE-4086-B52C-1BF4B4C7D487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5A9AC9A-A853-1B69-708F-BEED2EE88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6396991-2A27-4756-2D2B-51FD75457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2AF6E-F025-4662-BEFE-0E181699B7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2411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7D1C57-2B87-8262-248C-4C4ECBFA8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AEBEFCA-7165-25A7-1926-F999126396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DDB8542-96A5-DA81-4F7B-8E18911915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A03EA21-9459-5A34-E45F-70D6E6015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62F1E-CBCE-4086-B52C-1BF4B4C7D487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C57CF97-7FE8-C319-B6BE-75E3CDC7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70F53DA-9A88-F592-E120-565369E85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2AF6E-F025-4662-BEFE-0E181699B7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7343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720556-4190-9F87-5AA4-00FD2A0BF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02689E6-266B-50D9-9A00-B409BEF162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091ECCC-27A8-4E30-CBF1-8F9D8ADF9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62F1E-CBCE-4086-B52C-1BF4B4C7D487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850132A-7602-8268-0913-42F89217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D3A12D-554E-82B9-1FD5-AB81FD77F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2AF6E-F025-4662-BEFE-0E181699B7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7230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6E8EE69-59D3-80CF-4DA3-D390E61A2D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F756F15-EF66-AC15-B128-A1E0A53D0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E9FEB8F-4BDD-450E-6C7A-FEC53659B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62F1E-CBCE-4086-B52C-1BF4B4C7D487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E1B0979-BE43-DF8A-85DD-40066B03F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25A0643-9891-8669-FC54-21D5F6203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2AF6E-F025-4662-BEFE-0E181699B7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3477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F4826D9-2260-1558-715F-9D6A0A9F7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CC004E1-21FE-27BA-E603-5F4886B8A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85846E4-02C1-CC4D-1EDE-941F880DDD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262F1E-CBCE-4086-B52C-1BF4B4C7D487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1F7145-9F33-5546-1420-995A136D19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12268EA-2D24-590F-AAEE-3B155625FD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62AF6E-F025-4662-BEFE-0E181699B7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7617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8347481-3B52-8B3F-81F3-492F8F93A8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965580"/>
            <a:ext cx="5204489" cy="3160593"/>
          </a:xfrm>
        </p:spPr>
        <p:txBody>
          <a:bodyPr>
            <a:normAutofit/>
          </a:bodyPr>
          <a:lstStyle/>
          <a:p>
            <a:r>
              <a:rPr lang="pt-BR" sz="5400" dirty="0" err="1">
                <a:solidFill>
                  <a:schemeClr val="bg1"/>
                </a:solidFill>
              </a:rPr>
              <a:t>Commands</a:t>
            </a:r>
            <a:endParaRPr lang="pt-BR" sz="5400" dirty="0">
              <a:solidFill>
                <a:schemeClr val="bg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5C0B990-0EDA-74A9-44B8-23786D60B8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20817" y="4409960"/>
            <a:ext cx="4508641" cy="1116414"/>
          </a:xfrm>
        </p:spPr>
        <p:txBody>
          <a:bodyPr>
            <a:normAutofit/>
          </a:bodyPr>
          <a:lstStyle/>
          <a:p>
            <a:r>
              <a:rPr lang="pt-BR" sz="1600" dirty="0">
                <a:solidFill>
                  <a:schemeClr val="bg1"/>
                </a:solidFill>
              </a:rPr>
              <a:t>Na FRC usando </a:t>
            </a:r>
            <a:r>
              <a:rPr lang="pt-BR" sz="1600" dirty="0" err="1">
                <a:solidFill>
                  <a:schemeClr val="bg1"/>
                </a:solidFill>
              </a:rPr>
              <a:t>WPILib</a:t>
            </a:r>
            <a:r>
              <a:rPr lang="pt-BR" sz="1600" dirty="0">
                <a:solidFill>
                  <a:schemeClr val="bg1"/>
                </a:solidFill>
              </a:rPr>
              <a:t> Command-</a:t>
            </a:r>
            <a:r>
              <a:rPr lang="pt-BR" sz="1600" dirty="0" err="1">
                <a:solidFill>
                  <a:schemeClr val="bg1"/>
                </a:solidFill>
              </a:rPr>
              <a:t>Based</a:t>
            </a:r>
            <a:r>
              <a:rPr lang="pt-BR" sz="1600" dirty="0">
                <a:solidFill>
                  <a:schemeClr val="bg1"/>
                </a:solidFill>
              </a:rPr>
              <a:t>, os </a:t>
            </a:r>
            <a:r>
              <a:rPr lang="pt-BR" sz="1600" b="1" dirty="0" err="1">
                <a:solidFill>
                  <a:schemeClr val="bg1"/>
                </a:solidFill>
              </a:rPr>
              <a:t>Commands</a:t>
            </a:r>
            <a:r>
              <a:rPr lang="pt-BR" sz="1600" dirty="0">
                <a:solidFill>
                  <a:schemeClr val="bg1"/>
                </a:solidFill>
              </a:rPr>
              <a:t> são as “ações” que o robô executa</a:t>
            </a:r>
            <a:r>
              <a:rPr lang="pt-BR" sz="1600" dirty="0"/>
              <a:t>.</a:t>
            </a:r>
            <a:endParaRPr lang="pt-BR" sz="2000" dirty="0">
              <a:solidFill>
                <a:schemeClr val="bg1"/>
              </a:solidFill>
            </a:endParaRPr>
          </a:p>
        </p:txBody>
      </p:sp>
      <p:sp>
        <p:nvSpPr>
          <p:cNvPr id="16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20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8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6774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AED1919-54A1-41C9-B30B-A3FF3F58E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26220" y="98104"/>
            <a:ext cx="4288094" cy="4288094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Robô">
            <a:extLst>
              <a:ext uri="{FF2B5EF4-FFF2-40B4-BE49-F238E27FC236}">
                <a16:creationId xmlns:a16="http://schemas.microsoft.com/office/drawing/2014/main" id="{85232779-1C5E-448E-3A38-400A608BE5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69471" y="941355"/>
            <a:ext cx="2601592" cy="2601592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C4751043-2EE3-4222-9979-8E61D93DA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1848" y="2813300"/>
            <a:ext cx="3757487" cy="3757487"/>
            <a:chOff x="1881974" y="1174396"/>
            <a:chExt cx="5290997" cy="5290997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3FD8213-DB67-4E29-9615-984DB59917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1974" y="1174396"/>
              <a:ext cx="5290997" cy="5290997"/>
            </a:xfrm>
            <a:prstGeom prst="ellipse">
              <a:avLst/>
            </a:prstGeom>
            <a:solidFill>
              <a:srgbClr val="FFFFFF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84EDB257-28CF-422F-AE6A-B99E3FE811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1974" y="1174396"/>
              <a:ext cx="5290997" cy="5290997"/>
            </a:xfrm>
            <a:prstGeom prst="ellipse">
              <a:avLst/>
            </a:prstGeom>
            <a:solidFill>
              <a:schemeClr val="accent2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3" name="Oval 22">
            <a:extLst>
              <a:ext uri="{FF2B5EF4-FFF2-40B4-BE49-F238E27FC236}">
                <a16:creationId xmlns:a16="http://schemas.microsoft.com/office/drawing/2014/main" id="{FFFEB18F-F81F-4CED-BE64-EB888A77C3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4350" y="2762501"/>
            <a:ext cx="3744592" cy="3744592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662C174-BF2F-A4FA-3D81-6B869928C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591" y="3404608"/>
            <a:ext cx="3520789" cy="2666087"/>
          </a:xfrm>
        </p:spPr>
        <p:txBody>
          <a:bodyPr>
            <a:normAutofit/>
          </a:bodyPr>
          <a:lstStyle/>
          <a:p>
            <a:pPr algn="ctr"/>
            <a:r>
              <a:rPr lang="pt-BR" b="1" dirty="0" err="1">
                <a:solidFill>
                  <a:schemeClr val="bg1"/>
                </a:solidFill>
              </a:rPr>
              <a:t>Commands</a:t>
            </a:r>
            <a:r>
              <a:rPr lang="pt-BR" dirty="0">
                <a:solidFill>
                  <a:schemeClr val="bg1"/>
                </a:solidFill>
              </a:rPr>
              <a:t> </a:t>
            </a:r>
          </a:p>
        </p:txBody>
      </p:sp>
      <p:grpSp>
        <p:nvGrpSpPr>
          <p:cNvPr id="25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3117" y="1193254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9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8E43713-080D-DAA2-DAD8-5BFA3BF423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270" y="446313"/>
            <a:ext cx="5409930" cy="6060779"/>
          </a:xfrm>
        </p:spPr>
        <p:txBody>
          <a:bodyPr>
            <a:normAutofit/>
          </a:bodyPr>
          <a:lstStyle/>
          <a:p>
            <a:r>
              <a:rPr lang="pt-BR" sz="1800" dirty="0">
                <a:solidFill>
                  <a:schemeClr val="bg1"/>
                </a:solidFill>
              </a:rPr>
              <a:t>Eles representam comportamentos do robô, por exemplo:</a:t>
            </a:r>
          </a:p>
          <a:p>
            <a:r>
              <a:rPr lang="pt-BR" sz="1800" dirty="0">
                <a:solidFill>
                  <a:schemeClr val="bg1"/>
                </a:solidFill>
              </a:rPr>
              <a:t>Andar </a:t>
            </a:r>
          </a:p>
          <a:p>
            <a:r>
              <a:rPr lang="pt-BR" sz="1800" dirty="0">
                <a:solidFill>
                  <a:schemeClr val="bg1"/>
                </a:solidFill>
              </a:rPr>
              <a:t>Girar </a:t>
            </a:r>
          </a:p>
          <a:p>
            <a:r>
              <a:rPr lang="pt-BR" sz="1800" dirty="0">
                <a:solidFill>
                  <a:schemeClr val="bg1"/>
                </a:solidFill>
              </a:rPr>
              <a:t>Pegar peça </a:t>
            </a:r>
          </a:p>
          <a:p>
            <a:r>
              <a:rPr lang="pt-BR" sz="1800" dirty="0">
                <a:solidFill>
                  <a:schemeClr val="bg1"/>
                </a:solidFill>
              </a:rPr>
              <a:t>Atirar </a:t>
            </a:r>
          </a:p>
          <a:p>
            <a:r>
              <a:rPr lang="pt-BR" sz="1800" dirty="0">
                <a:solidFill>
                  <a:schemeClr val="bg1"/>
                </a:solidFill>
              </a:rPr>
              <a:t>Alinhar na </a:t>
            </a:r>
            <a:r>
              <a:rPr lang="pt-BR" sz="1800" dirty="0" err="1">
                <a:solidFill>
                  <a:schemeClr val="bg1"/>
                </a:solidFill>
              </a:rPr>
              <a:t>AprilTag</a:t>
            </a:r>
            <a:r>
              <a:rPr lang="pt-BR" sz="1800" dirty="0">
                <a:solidFill>
                  <a:schemeClr val="bg1"/>
                </a:solidFill>
              </a:rPr>
              <a:t> </a:t>
            </a:r>
          </a:p>
          <a:p>
            <a:r>
              <a:rPr lang="pt-BR" sz="1800" dirty="0">
                <a:solidFill>
                  <a:schemeClr val="bg1"/>
                </a:solidFill>
              </a:rPr>
              <a:t>Seguir trajetória </a:t>
            </a:r>
          </a:p>
          <a:p>
            <a:r>
              <a:rPr lang="pt-BR" sz="1800" dirty="0">
                <a:solidFill>
                  <a:schemeClr val="bg1"/>
                </a:solidFill>
              </a:rPr>
              <a:t>Frear rodas em X </a:t>
            </a:r>
          </a:p>
          <a:p>
            <a:r>
              <a:rPr lang="pt-BR" sz="1800" dirty="0">
                <a:solidFill>
                  <a:schemeClr val="bg1"/>
                </a:solidFill>
              </a:rPr>
              <a:t>No seu projeto aparecem exemplos como:</a:t>
            </a:r>
          </a:p>
          <a:p>
            <a:r>
              <a:rPr lang="pt-BR" sz="1800" dirty="0">
                <a:solidFill>
                  <a:schemeClr val="bg1"/>
                </a:solidFill>
              </a:rPr>
              <a:t>comandos/ações do robô.</a:t>
            </a:r>
          </a:p>
          <a:p>
            <a:endParaRPr lang="pt-BR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079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CA14A69-FD79-6C7D-F1DC-3079784E3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Resumindo bem fácil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B453B9D3-4AEE-A753-E503-9539503B1F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4394053"/>
              </p:ext>
            </p:extLst>
          </p:nvPr>
        </p:nvGraphicFramePr>
        <p:xfrm>
          <a:off x="902868" y="2633472"/>
          <a:ext cx="10383217" cy="3586355"/>
        </p:xfrm>
        <a:graphic>
          <a:graphicData uri="http://schemas.openxmlformats.org/drawingml/2006/table">
            <a:tbl>
              <a:tblPr/>
              <a:tblGrid>
                <a:gridCol w="3640692">
                  <a:extLst>
                    <a:ext uri="{9D8B030D-6E8A-4147-A177-3AD203B41FA5}">
                      <a16:colId xmlns:a16="http://schemas.microsoft.com/office/drawing/2014/main" val="1110587503"/>
                    </a:ext>
                  </a:extLst>
                </a:gridCol>
                <a:gridCol w="6742525">
                  <a:extLst>
                    <a:ext uri="{9D8B030D-6E8A-4147-A177-3AD203B41FA5}">
                      <a16:colId xmlns:a16="http://schemas.microsoft.com/office/drawing/2014/main" val="2434007889"/>
                    </a:ext>
                  </a:extLst>
                </a:gridCol>
              </a:tblGrid>
              <a:tr h="7172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/>
                        <a:t>Parte</a:t>
                      </a:r>
                    </a:p>
                  </a:txBody>
                  <a:tcPr marL="163016" marR="163016" marT="81508" marB="815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/>
                        <a:t>Função</a:t>
                      </a:r>
                    </a:p>
                  </a:txBody>
                  <a:tcPr marL="163016" marR="163016" marT="81508" marB="815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2898711"/>
                  </a:ext>
                </a:extLst>
              </a:tr>
              <a:tr h="7172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 b="1"/>
                        <a:t>Subsystem</a:t>
                      </a:r>
                      <a:endParaRPr lang="pt-BR" sz="3200"/>
                    </a:p>
                  </a:txBody>
                  <a:tcPr marL="163016" marR="163016" marT="81508" marB="815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 dirty="0"/>
                        <a:t>Controla o hardware</a:t>
                      </a:r>
                    </a:p>
                  </a:txBody>
                  <a:tcPr marL="163016" marR="163016" marT="81508" marB="815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7287178"/>
                  </a:ext>
                </a:extLst>
              </a:tr>
              <a:tr h="7172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 b="1"/>
                        <a:t>Command</a:t>
                      </a:r>
                      <a:endParaRPr lang="pt-BR" sz="3200"/>
                    </a:p>
                  </a:txBody>
                  <a:tcPr marL="163016" marR="163016" marT="81508" marB="815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/>
                        <a:t>Diz O QUE o hardware deve fazer</a:t>
                      </a:r>
                    </a:p>
                  </a:txBody>
                  <a:tcPr marL="163016" marR="163016" marT="81508" marB="815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8495399"/>
                  </a:ext>
                </a:extLst>
              </a:tr>
              <a:tr h="7172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 b="1"/>
                        <a:t>RobotContainer</a:t>
                      </a:r>
                      <a:endParaRPr lang="pt-BR" sz="3200"/>
                    </a:p>
                  </a:txBody>
                  <a:tcPr marL="163016" marR="163016" marT="81508" marB="815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/>
                        <a:t>Liga controles e comandos</a:t>
                      </a:r>
                    </a:p>
                  </a:txBody>
                  <a:tcPr marL="163016" marR="163016" marT="81508" marB="815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391910"/>
                  </a:ext>
                </a:extLst>
              </a:tr>
              <a:tr h="7172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 b="1"/>
                        <a:t>Robot</a:t>
                      </a:r>
                      <a:endParaRPr lang="pt-BR" sz="3200"/>
                    </a:p>
                  </a:txBody>
                  <a:tcPr marL="163016" marR="163016" marT="81508" marB="815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 dirty="0"/>
                        <a:t>Controla ciclo de vida do robô</a:t>
                      </a:r>
                    </a:p>
                  </a:txBody>
                  <a:tcPr marL="163016" marR="163016" marT="81508" marB="815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31750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2041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828BCC-BD94-EE38-C17C-8DA110E87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mais importante pra entender</a:t>
            </a: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7E9043F6-B56E-0FCE-6DA0-CEAEED8681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996987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36909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553DFE53-C44A-2EB0-82B4-8B7EA2213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85978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103</Words>
  <Application>Microsoft Office PowerPoint</Application>
  <PresentationFormat>Widescreen</PresentationFormat>
  <Paragraphs>29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Tema do Office</vt:lpstr>
      <vt:lpstr>Commands</vt:lpstr>
      <vt:lpstr>Commands </vt:lpstr>
      <vt:lpstr>Resumindo bem fácil</vt:lpstr>
      <vt:lpstr>O mais importante pra entender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Henrique Trevezane</dc:creator>
  <cp:lastModifiedBy>Fabio Henrique Trevezane</cp:lastModifiedBy>
  <cp:revision>25</cp:revision>
  <dcterms:created xsi:type="dcterms:W3CDTF">2026-05-15T19:34:53Z</dcterms:created>
  <dcterms:modified xsi:type="dcterms:W3CDTF">2026-05-18T17:43:47Z</dcterms:modified>
</cp:coreProperties>
</file>