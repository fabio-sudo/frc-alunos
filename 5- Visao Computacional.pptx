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authors.xml" ContentType="application/vnd.ms-powerpoint.authors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67" r:id="rId3"/>
    <p:sldId id="266" r:id="rId4"/>
    <p:sldId id="258" r:id="rId5"/>
    <p:sldId id="259" r:id="rId6"/>
    <p:sldId id="268" r:id="rId7"/>
    <p:sldId id="269" r:id="rId8"/>
    <p:sldId id="270" r:id="rId9"/>
    <p:sldId id="271" r:id="rId10"/>
  </p:sldIdLst>
  <p:sldSz cx="12192000" cy="6858000"/>
  <p:notesSz cx="6858000" cy="9144000"/>
  <p:defaultTextStyle>
    <a:defPPr>
      <a:defRPr lang="pt-BR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authors.xml><?xml version="1.0" encoding="utf-8"?>
<p188:authorLst xmlns:a="http://schemas.openxmlformats.org/drawingml/2006/main" xmlns:r="http://schemas.openxmlformats.org/officeDocument/2006/relationships" xmlns:p188="http://schemas.microsoft.com/office/powerpoint/2018/8/main">
  <p188:author id="{45E8CCB5-7653-5900-40A6-93B3563F1F24}" name="Fabio Henrique Trevezane" initials="FT" userId="S::fabio.trevezane@sp.senai.br::89b416c3-2cc6-49b4-bf3f-c9f73f74be03" providerId="AD"/>
</p188: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940675A-B579-460E-94D1-54222C63F5DA}" styleName="Nenhum Estilo, Grade de Tabela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60"/>
  </p:normalViewPr>
  <p:slideViewPr>
    <p:cSldViewPr snapToGrid="0">
      <p:cViewPr varScale="1">
        <p:scale>
          <a:sx n="76" d="100"/>
          <a:sy n="76" d="100"/>
        </p:scale>
        <p:origin x="62" y="101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microsoft.com/office/2018/10/relationships/authors" Target="author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ableStyles" Target="tableStyles.xml"/></Relationships>
</file>

<file path=ppt/diagrams/_rels/data1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svg"/><Relationship Id="rId2" Type="http://schemas.openxmlformats.org/officeDocument/2006/relationships/image" Target="../media/image8.svg"/><Relationship Id="rId1" Type="http://schemas.openxmlformats.org/officeDocument/2006/relationships/image" Target="../media/image7.svg"/><Relationship Id="rId6" Type="http://schemas.openxmlformats.org/officeDocument/2006/relationships/image" Target="../media/image12.svg"/><Relationship Id="rId5" Type="http://schemas.openxmlformats.org/officeDocument/2006/relationships/image" Target="../media/image11.svg"/><Relationship Id="rId4" Type="http://schemas.openxmlformats.org/officeDocument/2006/relationships/image" Target="../media/image10.svg"/></Relationships>
</file>

<file path=ppt/diagrams/_rels/drawing1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svg"/><Relationship Id="rId2" Type="http://schemas.openxmlformats.org/officeDocument/2006/relationships/image" Target="../media/image8.svg"/><Relationship Id="rId1" Type="http://schemas.openxmlformats.org/officeDocument/2006/relationships/image" Target="../media/image7.svg"/><Relationship Id="rId6" Type="http://schemas.openxmlformats.org/officeDocument/2006/relationships/image" Target="../media/image12.svg"/><Relationship Id="rId5" Type="http://schemas.openxmlformats.org/officeDocument/2006/relationships/image" Target="../media/image11.svg"/><Relationship Id="rId4" Type="http://schemas.openxmlformats.org/officeDocument/2006/relationships/image" Target="../media/image10.svg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18/5/colors/Iconchunking_coloredtext_colorful1">
  <dgm:title val=""/>
  <dgm:desc val=""/>
  <dgm:catLst>
    <dgm:cat type="colorful" pri="101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bg1"/>
    </dgm:fillClrLst>
    <dgm:linClrLst meth="repeat">
      <a:schemeClr val="lt1">
        <a:alpha val="0"/>
      </a:schemeClr>
    </dgm:linClrLst>
    <dgm:effectClrLst/>
    <dgm:txLinClrLst/>
    <dgm:txFillClrLst meth="repeat">
      <a:schemeClr val="dk1"/>
    </dgm:txFillClrLst>
    <dgm:txEffectClrLst/>
  </dgm:styleLbl>
  <dgm:styleLbl name="alig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/>
    <dgm:txEffectClrLst/>
  </dgm:styleLbl>
  <dgm:styleLbl name="l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  <a:schemeClr val="accent3">
        <a:alpha val="50000"/>
      </a:schemeClr>
      <a:schemeClr val="accent4">
        <a:alpha val="50000"/>
      </a:schemeClr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  <a:schemeClr val="accent3">
        <a:tint val="50000"/>
      </a:schemeClr>
      <a:schemeClr val="accent4">
        <a:tint val="50000"/>
      </a:schemeClr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/>
    <dgm:txEffectClrLst/>
  </dgm:styleLbl>
  <dgm:styleLbl name="f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>
        <a:tint val="9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7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5">
        <a:tint val="5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accent2">
        <a:alpha val="0"/>
      </a:schemeClr>
    </dgm:fillClrLst>
    <dgm:linClrLst meth="repeat">
      <a:schemeClr val="accent2">
        <a:alpha val="0"/>
      </a:schemeClr>
    </dgm:linClrLst>
    <dgm:effectClrLst/>
    <dgm:txLinClrLst/>
    <dgm:txFillClrLst meth="repeat">
      <a:schemeClr val="accent2"/>
      <a:schemeClr val="accent3"/>
      <a:schemeClr val="accent4"/>
      <a:schemeClr val="accent5"/>
      <a:schemeClr val="accent6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5C163AAF-A6A5-4E10-923C-3A1FA6C98142}" type="doc">
      <dgm:prSet loTypeId="urn:microsoft.com/office/officeart/2018/5/layout/IconCircleLabelList" loCatId="icon" qsTypeId="urn:microsoft.com/office/officeart/2005/8/quickstyle/simple1" qsCatId="simple" csTypeId="urn:microsoft.com/office/officeart/2018/5/colors/Iconchunking_coloredtext_colorful1" csCatId="colorful" phldr="1"/>
      <dgm:spPr/>
      <dgm:t>
        <a:bodyPr/>
        <a:lstStyle/>
        <a:p>
          <a:endParaRPr lang="en-US"/>
        </a:p>
      </dgm:t>
    </dgm:pt>
    <dgm:pt modelId="{CE153496-ADC8-4527-845E-CE1C3E12BE8C}">
      <dgm:prSet/>
      <dgm:spPr/>
      <dgm:t>
        <a:bodyPr/>
        <a:lstStyle/>
        <a:p>
          <a:pPr>
            <a:defRPr cap="all"/>
          </a:pPr>
          <a:r>
            <a:rPr lang="pt-BR"/>
            <a:t>Uma AprilTag é tipo um QR Code robótico.</a:t>
          </a:r>
          <a:endParaRPr lang="en-US"/>
        </a:p>
      </dgm:t>
    </dgm:pt>
    <dgm:pt modelId="{96A786A3-9540-4533-9119-DC0A20ACB115}" type="parTrans" cxnId="{E47DC632-91DE-47B5-9D2A-ABDD36214DE2}">
      <dgm:prSet/>
      <dgm:spPr/>
      <dgm:t>
        <a:bodyPr/>
        <a:lstStyle/>
        <a:p>
          <a:endParaRPr lang="en-US"/>
        </a:p>
      </dgm:t>
    </dgm:pt>
    <dgm:pt modelId="{358B0B9F-7883-44EF-8213-C5DF3C230654}" type="sibTrans" cxnId="{E47DC632-91DE-47B5-9D2A-ABDD36214DE2}">
      <dgm:prSet/>
      <dgm:spPr/>
      <dgm:t>
        <a:bodyPr/>
        <a:lstStyle/>
        <a:p>
          <a:endParaRPr lang="en-US"/>
        </a:p>
      </dgm:t>
    </dgm:pt>
    <dgm:pt modelId="{DF5251DB-08BF-4C75-85EA-9ADE7FC36966}">
      <dgm:prSet/>
      <dgm:spPr/>
      <dgm:t>
        <a:bodyPr/>
        <a:lstStyle/>
        <a:p>
          <a:pPr>
            <a:defRPr cap="all"/>
          </a:pPr>
          <a:r>
            <a:rPr lang="pt-BR"/>
            <a:t>Cada tag possui:</a:t>
          </a:r>
          <a:endParaRPr lang="en-US"/>
        </a:p>
      </dgm:t>
    </dgm:pt>
    <dgm:pt modelId="{12B43DC5-6191-489C-9FF1-70F2F97E84EE}" type="parTrans" cxnId="{FDF4937C-25D7-41FE-867C-10164059DFF5}">
      <dgm:prSet/>
      <dgm:spPr/>
      <dgm:t>
        <a:bodyPr/>
        <a:lstStyle/>
        <a:p>
          <a:endParaRPr lang="en-US"/>
        </a:p>
      </dgm:t>
    </dgm:pt>
    <dgm:pt modelId="{90D0861D-0117-440C-B75D-A965621EB4AE}" type="sibTrans" cxnId="{FDF4937C-25D7-41FE-867C-10164059DFF5}">
      <dgm:prSet/>
      <dgm:spPr/>
      <dgm:t>
        <a:bodyPr/>
        <a:lstStyle/>
        <a:p>
          <a:endParaRPr lang="en-US"/>
        </a:p>
      </dgm:t>
    </dgm:pt>
    <dgm:pt modelId="{4B78BA9C-B56A-4B66-91D5-C585687460B7}">
      <dgm:prSet/>
      <dgm:spPr/>
      <dgm:t>
        <a:bodyPr/>
        <a:lstStyle/>
        <a:p>
          <a:pPr>
            <a:defRPr cap="all"/>
          </a:pPr>
          <a:r>
            <a:rPr lang="pt-BR"/>
            <a:t>ID único </a:t>
          </a:r>
          <a:endParaRPr lang="en-US"/>
        </a:p>
      </dgm:t>
    </dgm:pt>
    <dgm:pt modelId="{9A3780ED-BA0A-4745-9865-99CAEABBBB9C}" type="parTrans" cxnId="{D0226D9C-EA4D-4713-BE73-4EDEA4D814AF}">
      <dgm:prSet/>
      <dgm:spPr/>
      <dgm:t>
        <a:bodyPr/>
        <a:lstStyle/>
        <a:p>
          <a:endParaRPr lang="en-US"/>
        </a:p>
      </dgm:t>
    </dgm:pt>
    <dgm:pt modelId="{29646B95-8982-49F6-8A18-5508CAEFF1C5}" type="sibTrans" cxnId="{D0226D9C-EA4D-4713-BE73-4EDEA4D814AF}">
      <dgm:prSet/>
      <dgm:spPr/>
      <dgm:t>
        <a:bodyPr/>
        <a:lstStyle/>
        <a:p>
          <a:endParaRPr lang="en-US"/>
        </a:p>
      </dgm:t>
    </dgm:pt>
    <dgm:pt modelId="{8DF9A3DA-A819-40E7-8108-B565350925D9}">
      <dgm:prSet/>
      <dgm:spPr/>
      <dgm:t>
        <a:bodyPr/>
        <a:lstStyle/>
        <a:p>
          <a:pPr>
            <a:defRPr cap="all"/>
          </a:pPr>
          <a:r>
            <a:rPr lang="pt-BR"/>
            <a:t>posição conhecida no campo </a:t>
          </a:r>
          <a:endParaRPr lang="en-US"/>
        </a:p>
      </dgm:t>
    </dgm:pt>
    <dgm:pt modelId="{60C7D1D6-2E28-4220-8293-A231B967A140}" type="parTrans" cxnId="{2A86589E-1D61-4C18-BA7C-8BBC0DD7A727}">
      <dgm:prSet/>
      <dgm:spPr/>
      <dgm:t>
        <a:bodyPr/>
        <a:lstStyle/>
        <a:p>
          <a:endParaRPr lang="en-US"/>
        </a:p>
      </dgm:t>
    </dgm:pt>
    <dgm:pt modelId="{C9545502-79E4-4254-8FEF-5C588C8173AF}" type="sibTrans" cxnId="{2A86589E-1D61-4C18-BA7C-8BBC0DD7A727}">
      <dgm:prSet/>
      <dgm:spPr/>
      <dgm:t>
        <a:bodyPr/>
        <a:lstStyle/>
        <a:p>
          <a:endParaRPr lang="en-US"/>
        </a:p>
      </dgm:t>
    </dgm:pt>
    <dgm:pt modelId="{343E7904-DF66-4999-9AEE-6AE728642A6D}">
      <dgm:prSet/>
      <dgm:spPr/>
      <dgm:t>
        <a:bodyPr/>
        <a:lstStyle/>
        <a:p>
          <a:pPr>
            <a:defRPr cap="all"/>
          </a:pPr>
          <a:r>
            <a:rPr lang="pt-BR"/>
            <a:t>orientação </a:t>
          </a:r>
          <a:endParaRPr lang="en-US"/>
        </a:p>
      </dgm:t>
    </dgm:pt>
    <dgm:pt modelId="{47505F70-5E81-416B-9B77-B5FEF9AB5777}" type="parTrans" cxnId="{56F12CF1-DA06-4555-AEF1-66AA7756CE16}">
      <dgm:prSet/>
      <dgm:spPr/>
      <dgm:t>
        <a:bodyPr/>
        <a:lstStyle/>
        <a:p>
          <a:endParaRPr lang="en-US"/>
        </a:p>
      </dgm:t>
    </dgm:pt>
    <dgm:pt modelId="{72F2F40B-E56B-4307-88D8-144AFA41A769}" type="sibTrans" cxnId="{56F12CF1-DA06-4555-AEF1-66AA7756CE16}">
      <dgm:prSet/>
      <dgm:spPr/>
      <dgm:t>
        <a:bodyPr/>
        <a:lstStyle/>
        <a:p>
          <a:endParaRPr lang="en-US"/>
        </a:p>
      </dgm:t>
    </dgm:pt>
    <dgm:pt modelId="{977912D4-2B1C-4C8F-BD33-5E1ACC79D9C5}">
      <dgm:prSet/>
      <dgm:spPr/>
      <dgm:t>
        <a:bodyPr/>
        <a:lstStyle/>
        <a:p>
          <a:pPr>
            <a:defRPr cap="all"/>
          </a:pPr>
          <a:r>
            <a:rPr lang="pt-BR"/>
            <a:t>O robô usa isso para se localizar.</a:t>
          </a:r>
          <a:endParaRPr lang="en-US"/>
        </a:p>
      </dgm:t>
    </dgm:pt>
    <dgm:pt modelId="{C0A2B0C3-ECD1-436C-BE98-81ED55033B98}" type="parTrans" cxnId="{C084301A-A0FA-4AC3-B2F4-8CF793D090DB}">
      <dgm:prSet/>
      <dgm:spPr/>
      <dgm:t>
        <a:bodyPr/>
        <a:lstStyle/>
        <a:p>
          <a:endParaRPr lang="en-US"/>
        </a:p>
      </dgm:t>
    </dgm:pt>
    <dgm:pt modelId="{72CD5AE9-3581-4AD9-8801-1CAD8F719998}" type="sibTrans" cxnId="{C084301A-A0FA-4AC3-B2F4-8CF793D090DB}">
      <dgm:prSet/>
      <dgm:spPr/>
      <dgm:t>
        <a:bodyPr/>
        <a:lstStyle/>
        <a:p>
          <a:endParaRPr lang="en-US"/>
        </a:p>
      </dgm:t>
    </dgm:pt>
    <dgm:pt modelId="{FC0F3290-A18B-4C6E-9A78-CFB46B82818B}" type="pres">
      <dgm:prSet presAssocID="{5C163AAF-A6A5-4E10-923C-3A1FA6C98142}" presName="root" presStyleCnt="0">
        <dgm:presLayoutVars>
          <dgm:dir/>
          <dgm:resizeHandles val="exact"/>
        </dgm:presLayoutVars>
      </dgm:prSet>
      <dgm:spPr/>
    </dgm:pt>
    <dgm:pt modelId="{E3D053BA-664A-4DE0-A5CA-13E5994A8A46}" type="pres">
      <dgm:prSet presAssocID="{CE153496-ADC8-4527-845E-CE1C3E12BE8C}" presName="compNode" presStyleCnt="0"/>
      <dgm:spPr/>
    </dgm:pt>
    <dgm:pt modelId="{EBA551C3-1AB5-4172-A983-897CACE562BF}" type="pres">
      <dgm:prSet presAssocID="{CE153496-ADC8-4527-845E-CE1C3E12BE8C}" presName="iconBgRect" presStyleLbl="bgShp" presStyleIdx="0" presStyleCnt="6"/>
      <dgm:spPr/>
    </dgm:pt>
    <dgm:pt modelId="{25A40062-8251-4C7D-B22B-1E834C76DC0D}" type="pres">
      <dgm:prSet presAssocID="{CE153496-ADC8-4527-845E-CE1C3E12BE8C}" presName="iconRect" presStyleLbl="node1" presStyleIdx="0" presStyleCnt="6"/>
      <dgm:spPr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Smart Phone"/>
        </a:ext>
      </dgm:extLst>
    </dgm:pt>
    <dgm:pt modelId="{FDF0D27D-E398-429D-ACF1-796CCD3CEEFF}" type="pres">
      <dgm:prSet presAssocID="{CE153496-ADC8-4527-845E-CE1C3E12BE8C}" presName="spaceRect" presStyleCnt="0"/>
      <dgm:spPr/>
    </dgm:pt>
    <dgm:pt modelId="{394B0BC7-6CFF-453B-84D3-A5386FC12754}" type="pres">
      <dgm:prSet presAssocID="{CE153496-ADC8-4527-845E-CE1C3E12BE8C}" presName="textRect" presStyleLbl="revTx" presStyleIdx="0" presStyleCnt="6">
        <dgm:presLayoutVars>
          <dgm:chMax val="1"/>
          <dgm:chPref val="1"/>
        </dgm:presLayoutVars>
      </dgm:prSet>
      <dgm:spPr/>
    </dgm:pt>
    <dgm:pt modelId="{0B960470-F21B-41AA-9F3B-1D1BB1D278A2}" type="pres">
      <dgm:prSet presAssocID="{358B0B9F-7883-44EF-8213-C5DF3C230654}" presName="sibTrans" presStyleCnt="0"/>
      <dgm:spPr/>
    </dgm:pt>
    <dgm:pt modelId="{854DDBD1-E947-4C7E-B175-4E5394EF9932}" type="pres">
      <dgm:prSet presAssocID="{DF5251DB-08BF-4C75-85EA-9ADE7FC36966}" presName="compNode" presStyleCnt="0"/>
      <dgm:spPr/>
    </dgm:pt>
    <dgm:pt modelId="{2AD32792-9B85-480B-8D9F-82CD85C6B30E}" type="pres">
      <dgm:prSet presAssocID="{DF5251DB-08BF-4C75-85EA-9ADE7FC36966}" presName="iconBgRect" presStyleLbl="bgShp" presStyleIdx="1" presStyleCnt="6"/>
      <dgm:spPr/>
    </dgm:pt>
    <dgm:pt modelId="{EF58B34C-DABB-43EE-A7B0-21F406B0A8B7}" type="pres">
      <dgm:prSet presAssocID="{DF5251DB-08BF-4C75-85EA-9ADE7FC36966}" presName="iconRect" presStyleLbl="node1" presStyleIdx="1" presStyleCnt="6"/>
      <dgm:spPr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Rótulo"/>
        </a:ext>
      </dgm:extLst>
    </dgm:pt>
    <dgm:pt modelId="{25B609C4-5AF8-4445-9962-A503D2F840C3}" type="pres">
      <dgm:prSet presAssocID="{DF5251DB-08BF-4C75-85EA-9ADE7FC36966}" presName="spaceRect" presStyleCnt="0"/>
      <dgm:spPr/>
    </dgm:pt>
    <dgm:pt modelId="{FAB1AD63-D7DB-4A7F-BC59-C0F9857911C3}" type="pres">
      <dgm:prSet presAssocID="{DF5251DB-08BF-4C75-85EA-9ADE7FC36966}" presName="textRect" presStyleLbl="revTx" presStyleIdx="1" presStyleCnt="6">
        <dgm:presLayoutVars>
          <dgm:chMax val="1"/>
          <dgm:chPref val="1"/>
        </dgm:presLayoutVars>
      </dgm:prSet>
      <dgm:spPr/>
    </dgm:pt>
    <dgm:pt modelId="{BFE4E938-526A-474C-BD21-ADB0A6A1337B}" type="pres">
      <dgm:prSet presAssocID="{90D0861D-0117-440C-B75D-A965621EB4AE}" presName="sibTrans" presStyleCnt="0"/>
      <dgm:spPr/>
    </dgm:pt>
    <dgm:pt modelId="{C546E275-38C7-45DA-ABA9-C2143E77CF68}" type="pres">
      <dgm:prSet presAssocID="{4B78BA9C-B56A-4B66-91D5-C585687460B7}" presName="compNode" presStyleCnt="0"/>
      <dgm:spPr/>
    </dgm:pt>
    <dgm:pt modelId="{AB2C1221-4EE6-4968-99E2-B30147AA7020}" type="pres">
      <dgm:prSet presAssocID="{4B78BA9C-B56A-4B66-91D5-C585687460B7}" presName="iconBgRect" presStyleLbl="bgShp" presStyleIdx="2" presStyleCnt="6"/>
      <dgm:spPr/>
    </dgm:pt>
    <dgm:pt modelId="{720A05C3-A6EB-416B-A795-E3B912C4A0DE}" type="pres">
      <dgm:prSet presAssocID="{4B78BA9C-B56A-4B66-91D5-C585687460B7}" presName="iconRect" presStyleLbl="node1" presStyleIdx="2" presStyleCnt="6"/>
      <dgm:spPr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Employee Badge"/>
        </a:ext>
      </dgm:extLst>
    </dgm:pt>
    <dgm:pt modelId="{687209BE-50D5-4683-A23A-0AA527907B4C}" type="pres">
      <dgm:prSet presAssocID="{4B78BA9C-B56A-4B66-91D5-C585687460B7}" presName="spaceRect" presStyleCnt="0"/>
      <dgm:spPr/>
    </dgm:pt>
    <dgm:pt modelId="{1858CFA0-E5C0-4FD0-BCD6-915802DCB4FC}" type="pres">
      <dgm:prSet presAssocID="{4B78BA9C-B56A-4B66-91D5-C585687460B7}" presName="textRect" presStyleLbl="revTx" presStyleIdx="2" presStyleCnt="6">
        <dgm:presLayoutVars>
          <dgm:chMax val="1"/>
          <dgm:chPref val="1"/>
        </dgm:presLayoutVars>
      </dgm:prSet>
      <dgm:spPr/>
    </dgm:pt>
    <dgm:pt modelId="{C77673C1-C868-4C4F-9FE9-217C84185CF7}" type="pres">
      <dgm:prSet presAssocID="{29646B95-8982-49F6-8A18-5508CAEFF1C5}" presName="sibTrans" presStyleCnt="0"/>
      <dgm:spPr/>
    </dgm:pt>
    <dgm:pt modelId="{6FED4522-4B02-49F5-BDCF-788733C030B5}" type="pres">
      <dgm:prSet presAssocID="{8DF9A3DA-A819-40E7-8108-B565350925D9}" presName="compNode" presStyleCnt="0"/>
      <dgm:spPr/>
    </dgm:pt>
    <dgm:pt modelId="{91B22D03-63F8-4A29-80C6-5F2BA1449CAD}" type="pres">
      <dgm:prSet presAssocID="{8DF9A3DA-A819-40E7-8108-B565350925D9}" presName="iconBgRect" presStyleLbl="bgShp" presStyleIdx="3" presStyleCnt="6"/>
      <dgm:spPr/>
    </dgm:pt>
    <dgm:pt modelId="{9C7AD936-400B-4B42-9B61-9FDAF305FB9F}" type="pres">
      <dgm:prSet presAssocID="{8DF9A3DA-A819-40E7-8108-B565350925D9}" presName="iconRect" presStyleLbl="node1" presStyleIdx="3" presStyleCnt="6"/>
      <dgm:spPr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Marca de seleção"/>
        </a:ext>
      </dgm:extLst>
    </dgm:pt>
    <dgm:pt modelId="{2B5D39D6-7564-4904-BB8F-0AC0C82972E4}" type="pres">
      <dgm:prSet presAssocID="{8DF9A3DA-A819-40E7-8108-B565350925D9}" presName="spaceRect" presStyleCnt="0"/>
      <dgm:spPr/>
    </dgm:pt>
    <dgm:pt modelId="{D6F964AF-9FF3-443B-8BF4-DB4D665058E2}" type="pres">
      <dgm:prSet presAssocID="{8DF9A3DA-A819-40E7-8108-B565350925D9}" presName="textRect" presStyleLbl="revTx" presStyleIdx="3" presStyleCnt="6">
        <dgm:presLayoutVars>
          <dgm:chMax val="1"/>
          <dgm:chPref val="1"/>
        </dgm:presLayoutVars>
      </dgm:prSet>
      <dgm:spPr/>
    </dgm:pt>
    <dgm:pt modelId="{FC7B6090-0392-40D9-A4B6-8E302FC01125}" type="pres">
      <dgm:prSet presAssocID="{C9545502-79E4-4254-8FEF-5C588C8173AF}" presName="sibTrans" presStyleCnt="0"/>
      <dgm:spPr/>
    </dgm:pt>
    <dgm:pt modelId="{2C54CA21-ECEE-4B21-9A33-58A6AF634C14}" type="pres">
      <dgm:prSet presAssocID="{343E7904-DF66-4999-9AEE-6AE728642A6D}" presName="compNode" presStyleCnt="0"/>
      <dgm:spPr/>
    </dgm:pt>
    <dgm:pt modelId="{1F7DE735-1060-43A7-B258-3F9C7218C05C}" type="pres">
      <dgm:prSet presAssocID="{343E7904-DF66-4999-9AEE-6AE728642A6D}" presName="iconBgRect" presStyleLbl="bgShp" presStyleIdx="4" presStyleCnt="6"/>
      <dgm:spPr/>
    </dgm:pt>
    <dgm:pt modelId="{ABEF20CA-1227-4EB9-AD29-9AC46536830E}" type="pres">
      <dgm:prSet presAssocID="{343E7904-DF66-4999-9AEE-6AE728642A6D}" presName="iconRect" presStyleLbl="node1" presStyleIdx="4" presStyleCnt="6"/>
      <dgm:spPr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Professor"/>
        </a:ext>
      </dgm:extLst>
    </dgm:pt>
    <dgm:pt modelId="{BE1C75B3-587A-42CE-9A47-74F7224DE0E7}" type="pres">
      <dgm:prSet presAssocID="{343E7904-DF66-4999-9AEE-6AE728642A6D}" presName="spaceRect" presStyleCnt="0"/>
      <dgm:spPr/>
    </dgm:pt>
    <dgm:pt modelId="{593A17D1-841E-456A-B9D9-0D492488545B}" type="pres">
      <dgm:prSet presAssocID="{343E7904-DF66-4999-9AEE-6AE728642A6D}" presName="textRect" presStyleLbl="revTx" presStyleIdx="4" presStyleCnt="6">
        <dgm:presLayoutVars>
          <dgm:chMax val="1"/>
          <dgm:chPref val="1"/>
        </dgm:presLayoutVars>
      </dgm:prSet>
      <dgm:spPr/>
    </dgm:pt>
    <dgm:pt modelId="{26EACF3F-46FA-43E8-8E55-1269BDB3AE91}" type="pres">
      <dgm:prSet presAssocID="{72F2F40B-E56B-4307-88D8-144AFA41A769}" presName="sibTrans" presStyleCnt="0"/>
      <dgm:spPr/>
    </dgm:pt>
    <dgm:pt modelId="{C5EBCB5E-7157-42D5-AD71-32BE781B2B68}" type="pres">
      <dgm:prSet presAssocID="{977912D4-2B1C-4C8F-BD33-5E1ACC79D9C5}" presName="compNode" presStyleCnt="0"/>
      <dgm:spPr/>
    </dgm:pt>
    <dgm:pt modelId="{F94C255F-3DF7-4E64-B591-54E2BDE50CF7}" type="pres">
      <dgm:prSet presAssocID="{977912D4-2B1C-4C8F-BD33-5E1ACC79D9C5}" presName="iconBgRect" presStyleLbl="bgShp" presStyleIdx="5" presStyleCnt="6"/>
      <dgm:spPr/>
    </dgm:pt>
    <dgm:pt modelId="{46F290BA-AF91-4DD1-97B4-6F36592EF045}" type="pres">
      <dgm:prSet presAssocID="{977912D4-2B1C-4C8F-BD33-5E1ACC79D9C5}" presName="iconRect" presStyleLbl="node1" presStyleIdx="5" presStyleCnt="6"/>
      <dgm:spPr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Robô"/>
        </a:ext>
      </dgm:extLst>
    </dgm:pt>
    <dgm:pt modelId="{74318A42-ADEC-4ACF-A9AB-D229BADE940A}" type="pres">
      <dgm:prSet presAssocID="{977912D4-2B1C-4C8F-BD33-5E1ACC79D9C5}" presName="spaceRect" presStyleCnt="0"/>
      <dgm:spPr/>
    </dgm:pt>
    <dgm:pt modelId="{6F22E203-E86F-4869-B6AB-1B3711A3544E}" type="pres">
      <dgm:prSet presAssocID="{977912D4-2B1C-4C8F-BD33-5E1ACC79D9C5}" presName="textRect" presStyleLbl="revTx" presStyleIdx="5" presStyleCnt="6">
        <dgm:presLayoutVars>
          <dgm:chMax val="1"/>
          <dgm:chPref val="1"/>
        </dgm:presLayoutVars>
      </dgm:prSet>
      <dgm:spPr/>
    </dgm:pt>
  </dgm:ptLst>
  <dgm:cxnLst>
    <dgm:cxn modelId="{218A2316-3BD3-48F2-88D7-CC68CDBD0224}" type="presOf" srcId="{CE153496-ADC8-4527-845E-CE1C3E12BE8C}" destId="{394B0BC7-6CFF-453B-84D3-A5386FC12754}" srcOrd="0" destOrd="0" presId="urn:microsoft.com/office/officeart/2018/5/layout/IconCircleLabelList"/>
    <dgm:cxn modelId="{C084301A-A0FA-4AC3-B2F4-8CF793D090DB}" srcId="{5C163AAF-A6A5-4E10-923C-3A1FA6C98142}" destId="{977912D4-2B1C-4C8F-BD33-5E1ACC79D9C5}" srcOrd="5" destOrd="0" parTransId="{C0A2B0C3-ECD1-436C-BE98-81ED55033B98}" sibTransId="{72CD5AE9-3581-4AD9-8801-1CAD8F719998}"/>
    <dgm:cxn modelId="{E47DC632-91DE-47B5-9D2A-ABDD36214DE2}" srcId="{5C163AAF-A6A5-4E10-923C-3A1FA6C98142}" destId="{CE153496-ADC8-4527-845E-CE1C3E12BE8C}" srcOrd="0" destOrd="0" parTransId="{96A786A3-9540-4533-9119-DC0A20ACB115}" sibTransId="{358B0B9F-7883-44EF-8213-C5DF3C230654}"/>
    <dgm:cxn modelId="{5DBE2951-0737-4099-9F0A-0D96D00D9BFB}" type="presOf" srcId="{8DF9A3DA-A819-40E7-8108-B565350925D9}" destId="{D6F964AF-9FF3-443B-8BF4-DB4D665058E2}" srcOrd="0" destOrd="0" presId="urn:microsoft.com/office/officeart/2018/5/layout/IconCircleLabelList"/>
    <dgm:cxn modelId="{05BF7876-0549-409E-94F1-B75F8FB38355}" type="presOf" srcId="{343E7904-DF66-4999-9AEE-6AE728642A6D}" destId="{593A17D1-841E-456A-B9D9-0D492488545B}" srcOrd="0" destOrd="0" presId="urn:microsoft.com/office/officeart/2018/5/layout/IconCircleLabelList"/>
    <dgm:cxn modelId="{378B4557-2BF6-471A-9B1B-6B30520FF9B1}" type="presOf" srcId="{DF5251DB-08BF-4C75-85EA-9ADE7FC36966}" destId="{FAB1AD63-D7DB-4A7F-BC59-C0F9857911C3}" srcOrd="0" destOrd="0" presId="urn:microsoft.com/office/officeart/2018/5/layout/IconCircleLabelList"/>
    <dgm:cxn modelId="{FDF4937C-25D7-41FE-867C-10164059DFF5}" srcId="{5C163AAF-A6A5-4E10-923C-3A1FA6C98142}" destId="{DF5251DB-08BF-4C75-85EA-9ADE7FC36966}" srcOrd="1" destOrd="0" parTransId="{12B43DC5-6191-489C-9FF1-70F2F97E84EE}" sibTransId="{90D0861D-0117-440C-B75D-A965621EB4AE}"/>
    <dgm:cxn modelId="{6EAFB181-7BC0-43DB-A48B-43BD9BD882D0}" type="presOf" srcId="{5C163AAF-A6A5-4E10-923C-3A1FA6C98142}" destId="{FC0F3290-A18B-4C6E-9A78-CFB46B82818B}" srcOrd="0" destOrd="0" presId="urn:microsoft.com/office/officeart/2018/5/layout/IconCircleLabelList"/>
    <dgm:cxn modelId="{D0226D9C-EA4D-4713-BE73-4EDEA4D814AF}" srcId="{5C163AAF-A6A5-4E10-923C-3A1FA6C98142}" destId="{4B78BA9C-B56A-4B66-91D5-C585687460B7}" srcOrd="2" destOrd="0" parTransId="{9A3780ED-BA0A-4745-9865-99CAEABBBB9C}" sibTransId="{29646B95-8982-49F6-8A18-5508CAEFF1C5}"/>
    <dgm:cxn modelId="{2A86589E-1D61-4C18-BA7C-8BBC0DD7A727}" srcId="{5C163AAF-A6A5-4E10-923C-3A1FA6C98142}" destId="{8DF9A3DA-A819-40E7-8108-B565350925D9}" srcOrd="3" destOrd="0" parTransId="{60C7D1D6-2E28-4220-8293-A231B967A140}" sibTransId="{C9545502-79E4-4254-8FEF-5C588C8173AF}"/>
    <dgm:cxn modelId="{7EC611BC-CC8F-4D9D-A3AD-9B9C2CDCB9BD}" type="presOf" srcId="{4B78BA9C-B56A-4B66-91D5-C585687460B7}" destId="{1858CFA0-E5C0-4FD0-BCD6-915802DCB4FC}" srcOrd="0" destOrd="0" presId="urn:microsoft.com/office/officeart/2018/5/layout/IconCircleLabelList"/>
    <dgm:cxn modelId="{84F49FD9-3858-4045-A680-FB76A1C49CBE}" type="presOf" srcId="{977912D4-2B1C-4C8F-BD33-5E1ACC79D9C5}" destId="{6F22E203-E86F-4869-B6AB-1B3711A3544E}" srcOrd="0" destOrd="0" presId="urn:microsoft.com/office/officeart/2018/5/layout/IconCircleLabelList"/>
    <dgm:cxn modelId="{56F12CF1-DA06-4555-AEF1-66AA7756CE16}" srcId="{5C163AAF-A6A5-4E10-923C-3A1FA6C98142}" destId="{343E7904-DF66-4999-9AEE-6AE728642A6D}" srcOrd="4" destOrd="0" parTransId="{47505F70-5E81-416B-9B77-B5FEF9AB5777}" sibTransId="{72F2F40B-E56B-4307-88D8-144AFA41A769}"/>
    <dgm:cxn modelId="{ED534DD6-4DF4-4A99-8F0A-90CA59B2D252}" type="presParOf" srcId="{FC0F3290-A18B-4C6E-9A78-CFB46B82818B}" destId="{E3D053BA-664A-4DE0-A5CA-13E5994A8A46}" srcOrd="0" destOrd="0" presId="urn:microsoft.com/office/officeart/2018/5/layout/IconCircleLabelList"/>
    <dgm:cxn modelId="{F439C4EA-666B-4E1D-BC8F-F11A555C2344}" type="presParOf" srcId="{E3D053BA-664A-4DE0-A5CA-13E5994A8A46}" destId="{EBA551C3-1AB5-4172-A983-897CACE562BF}" srcOrd="0" destOrd="0" presId="urn:microsoft.com/office/officeart/2018/5/layout/IconCircleLabelList"/>
    <dgm:cxn modelId="{CC176215-0B1C-4CA5-9824-0E5B1220D998}" type="presParOf" srcId="{E3D053BA-664A-4DE0-A5CA-13E5994A8A46}" destId="{25A40062-8251-4C7D-B22B-1E834C76DC0D}" srcOrd="1" destOrd="0" presId="urn:microsoft.com/office/officeart/2018/5/layout/IconCircleLabelList"/>
    <dgm:cxn modelId="{36FF84DB-E916-476A-9799-9B999F8BF6DE}" type="presParOf" srcId="{E3D053BA-664A-4DE0-A5CA-13E5994A8A46}" destId="{FDF0D27D-E398-429D-ACF1-796CCD3CEEFF}" srcOrd="2" destOrd="0" presId="urn:microsoft.com/office/officeart/2018/5/layout/IconCircleLabelList"/>
    <dgm:cxn modelId="{BAD26503-744F-4F50-B36D-3E9E6AF87CE5}" type="presParOf" srcId="{E3D053BA-664A-4DE0-A5CA-13E5994A8A46}" destId="{394B0BC7-6CFF-453B-84D3-A5386FC12754}" srcOrd="3" destOrd="0" presId="urn:microsoft.com/office/officeart/2018/5/layout/IconCircleLabelList"/>
    <dgm:cxn modelId="{DBCFB5EE-08CC-4929-AA89-22F287306551}" type="presParOf" srcId="{FC0F3290-A18B-4C6E-9A78-CFB46B82818B}" destId="{0B960470-F21B-41AA-9F3B-1D1BB1D278A2}" srcOrd="1" destOrd="0" presId="urn:microsoft.com/office/officeart/2018/5/layout/IconCircleLabelList"/>
    <dgm:cxn modelId="{A50D2E64-DE42-42C3-B88A-E390B2B6B4F1}" type="presParOf" srcId="{FC0F3290-A18B-4C6E-9A78-CFB46B82818B}" destId="{854DDBD1-E947-4C7E-B175-4E5394EF9932}" srcOrd="2" destOrd="0" presId="urn:microsoft.com/office/officeart/2018/5/layout/IconCircleLabelList"/>
    <dgm:cxn modelId="{23ADD35C-E2F1-47AA-BED1-0D41BDF32D46}" type="presParOf" srcId="{854DDBD1-E947-4C7E-B175-4E5394EF9932}" destId="{2AD32792-9B85-480B-8D9F-82CD85C6B30E}" srcOrd="0" destOrd="0" presId="urn:microsoft.com/office/officeart/2018/5/layout/IconCircleLabelList"/>
    <dgm:cxn modelId="{741E231B-637B-4453-A6F0-24AE9F040BD5}" type="presParOf" srcId="{854DDBD1-E947-4C7E-B175-4E5394EF9932}" destId="{EF58B34C-DABB-43EE-A7B0-21F406B0A8B7}" srcOrd="1" destOrd="0" presId="urn:microsoft.com/office/officeart/2018/5/layout/IconCircleLabelList"/>
    <dgm:cxn modelId="{86D521C6-4121-4B93-9F6E-5BC2C29696EA}" type="presParOf" srcId="{854DDBD1-E947-4C7E-B175-4E5394EF9932}" destId="{25B609C4-5AF8-4445-9962-A503D2F840C3}" srcOrd="2" destOrd="0" presId="urn:microsoft.com/office/officeart/2018/5/layout/IconCircleLabelList"/>
    <dgm:cxn modelId="{0D977CEF-4909-431C-BA5B-68ABDFEC528E}" type="presParOf" srcId="{854DDBD1-E947-4C7E-B175-4E5394EF9932}" destId="{FAB1AD63-D7DB-4A7F-BC59-C0F9857911C3}" srcOrd="3" destOrd="0" presId="urn:microsoft.com/office/officeart/2018/5/layout/IconCircleLabelList"/>
    <dgm:cxn modelId="{87993388-F36B-4DED-8C4D-4124FD6931F3}" type="presParOf" srcId="{FC0F3290-A18B-4C6E-9A78-CFB46B82818B}" destId="{BFE4E938-526A-474C-BD21-ADB0A6A1337B}" srcOrd="3" destOrd="0" presId="urn:microsoft.com/office/officeart/2018/5/layout/IconCircleLabelList"/>
    <dgm:cxn modelId="{B3A13528-7EAD-4525-BDF3-52892E5B8D84}" type="presParOf" srcId="{FC0F3290-A18B-4C6E-9A78-CFB46B82818B}" destId="{C546E275-38C7-45DA-ABA9-C2143E77CF68}" srcOrd="4" destOrd="0" presId="urn:microsoft.com/office/officeart/2018/5/layout/IconCircleLabelList"/>
    <dgm:cxn modelId="{3446AB96-E38A-43CD-B305-10BCA57B7D15}" type="presParOf" srcId="{C546E275-38C7-45DA-ABA9-C2143E77CF68}" destId="{AB2C1221-4EE6-4968-99E2-B30147AA7020}" srcOrd="0" destOrd="0" presId="urn:microsoft.com/office/officeart/2018/5/layout/IconCircleLabelList"/>
    <dgm:cxn modelId="{27A390E5-5381-4A60-80AB-DB46888827A4}" type="presParOf" srcId="{C546E275-38C7-45DA-ABA9-C2143E77CF68}" destId="{720A05C3-A6EB-416B-A795-E3B912C4A0DE}" srcOrd="1" destOrd="0" presId="urn:microsoft.com/office/officeart/2018/5/layout/IconCircleLabelList"/>
    <dgm:cxn modelId="{AB54EC9D-1C60-41E5-A3E5-978B5E76D882}" type="presParOf" srcId="{C546E275-38C7-45DA-ABA9-C2143E77CF68}" destId="{687209BE-50D5-4683-A23A-0AA527907B4C}" srcOrd="2" destOrd="0" presId="urn:microsoft.com/office/officeart/2018/5/layout/IconCircleLabelList"/>
    <dgm:cxn modelId="{1BDD0352-EEA0-4903-AE3B-F802C279001F}" type="presParOf" srcId="{C546E275-38C7-45DA-ABA9-C2143E77CF68}" destId="{1858CFA0-E5C0-4FD0-BCD6-915802DCB4FC}" srcOrd="3" destOrd="0" presId="urn:microsoft.com/office/officeart/2018/5/layout/IconCircleLabelList"/>
    <dgm:cxn modelId="{F150D3F2-3C99-42BC-8844-A08E4C15B225}" type="presParOf" srcId="{FC0F3290-A18B-4C6E-9A78-CFB46B82818B}" destId="{C77673C1-C868-4C4F-9FE9-217C84185CF7}" srcOrd="5" destOrd="0" presId="urn:microsoft.com/office/officeart/2018/5/layout/IconCircleLabelList"/>
    <dgm:cxn modelId="{D656B8FD-611B-4104-85CE-F63D58EEA20E}" type="presParOf" srcId="{FC0F3290-A18B-4C6E-9A78-CFB46B82818B}" destId="{6FED4522-4B02-49F5-BDCF-788733C030B5}" srcOrd="6" destOrd="0" presId="urn:microsoft.com/office/officeart/2018/5/layout/IconCircleLabelList"/>
    <dgm:cxn modelId="{03240E93-5085-4738-A299-F662B1716897}" type="presParOf" srcId="{6FED4522-4B02-49F5-BDCF-788733C030B5}" destId="{91B22D03-63F8-4A29-80C6-5F2BA1449CAD}" srcOrd="0" destOrd="0" presId="urn:microsoft.com/office/officeart/2018/5/layout/IconCircleLabelList"/>
    <dgm:cxn modelId="{3AF765BE-BA89-4A09-838B-4E464BDEE2DD}" type="presParOf" srcId="{6FED4522-4B02-49F5-BDCF-788733C030B5}" destId="{9C7AD936-400B-4B42-9B61-9FDAF305FB9F}" srcOrd="1" destOrd="0" presId="urn:microsoft.com/office/officeart/2018/5/layout/IconCircleLabelList"/>
    <dgm:cxn modelId="{8E19E56D-B487-44C7-866D-B300399886CB}" type="presParOf" srcId="{6FED4522-4B02-49F5-BDCF-788733C030B5}" destId="{2B5D39D6-7564-4904-BB8F-0AC0C82972E4}" srcOrd="2" destOrd="0" presId="urn:microsoft.com/office/officeart/2018/5/layout/IconCircleLabelList"/>
    <dgm:cxn modelId="{0CDBF28D-BBA0-4356-9F95-1186F044C965}" type="presParOf" srcId="{6FED4522-4B02-49F5-BDCF-788733C030B5}" destId="{D6F964AF-9FF3-443B-8BF4-DB4D665058E2}" srcOrd="3" destOrd="0" presId="urn:microsoft.com/office/officeart/2018/5/layout/IconCircleLabelList"/>
    <dgm:cxn modelId="{98CDCE9A-937D-4CB4-9B93-1FD80A4A1397}" type="presParOf" srcId="{FC0F3290-A18B-4C6E-9A78-CFB46B82818B}" destId="{FC7B6090-0392-40D9-A4B6-8E302FC01125}" srcOrd="7" destOrd="0" presId="urn:microsoft.com/office/officeart/2018/5/layout/IconCircleLabelList"/>
    <dgm:cxn modelId="{C758C73C-94C1-4CA3-8791-C88870CD20D0}" type="presParOf" srcId="{FC0F3290-A18B-4C6E-9A78-CFB46B82818B}" destId="{2C54CA21-ECEE-4B21-9A33-58A6AF634C14}" srcOrd="8" destOrd="0" presId="urn:microsoft.com/office/officeart/2018/5/layout/IconCircleLabelList"/>
    <dgm:cxn modelId="{91F4B1A4-C08B-410A-AEF3-D99912F76D1E}" type="presParOf" srcId="{2C54CA21-ECEE-4B21-9A33-58A6AF634C14}" destId="{1F7DE735-1060-43A7-B258-3F9C7218C05C}" srcOrd="0" destOrd="0" presId="urn:microsoft.com/office/officeart/2018/5/layout/IconCircleLabelList"/>
    <dgm:cxn modelId="{79192951-A4CA-4893-AF42-B62032B1A94F}" type="presParOf" srcId="{2C54CA21-ECEE-4B21-9A33-58A6AF634C14}" destId="{ABEF20CA-1227-4EB9-AD29-9AC46536830E}" srcOrd="1" destOrd="0" presId="urn:microsoft.com/office/officeart/2018/5/layout/IconCircleLabelList"/>
    <dgm:cxn modelId="{0DBA64CF-16D7-47F8-A4E8-801E57F1EC77}" type="presParOf" srcId="{2C54CA21-ECEE-4B21-9A33-58A6AF634C14}" destId="{BE1C75B3-587A-42CE-9A47-74F7224DE0E7}" srcOrd="2" destOrd="0" presId="urn:microsoft.com/office/officeart/2018/5/layout/IconCircleLabelList"/>
    <dgm:cxn modelId="{F24EC40B-C08A-40B4-83A7-BF13FB2BE878}" type="presParOf" srcId="{2C54CA21-ECEE-4B21-9A33-58A6AF634C14}" destId="{593A17D1-841E-456A-B9D9-0D492488545B}" srcOrd="3" destOrd="0" presId="urn:microsoft.com/office/officeart/2018/5/layout/IconCircleLabelList"/>
    <dgm:cxn modelId="{35EA9CD2-A354-4154-9E00-5DD29D622D2B}" type="presParOf" srcId="{FC0F3290-A18B-4C6E-9A78-CFB46B82818B}" destId="{26EACF3F-46FA-43E8-8E55-1269BDB3AE91}" srcOrd="9" destOrd="0" presId="urn:microsoft.com/office/officeart/2018/5/layout/IconCircleLabelList"/>
    <dgm:cxn modelId="{03DE740B-759D-4DF5-8A80-40A417066AD7}" type="presParOf" srcId="{FC0F3290-A18B-4C6E-9A78-CFB46B82818B}" destId="{C5EBCB5E-7157-42D5-AD71-32BE781B2B68}" srcOrd="10" destOrd="0" presId="urn:microsoft.com/office/officeart/2018/5/layout/IconCircleLabelList"/>
    <dgm:cxn modelId="{8A1BE232-065B-4999-BF70-568D1D2F9217}" type="presParOf" srcId="{C5EBCB5E-7157-42D5-AD71-32BE781B2B68}" destId="{F94C255F-3DF7-4E64-B591-54E2BDE50CF7}" srcOrd="0" destOrd="0" presId="urn:microsoft.com/office/officeart/2018/5/layout/IconCircleLabelList"/>
    <dgm:cxn modelId="{2B73BE5C-64C7-4C39-A9D9-31188E80FA25}" type="presParOf" srcId="{C5EBCB5E-7157-42D5-AD71-32BE781B2B68}" destId="{46F290BA-AF91-4DD1-97B4-6F36592EF045}" srcOrd="1" destOrd="0" presId="urn:microsoft.com/office/officeart/2018/5/layout/IconCircleLabelList"/>
    <dgm:cxn modelId="{A5F3DC73-37D7-469A-BCCA-D7CF387CE9A2}" type="presParOf" srcId="{C5EBCB5E-7157-42D5-AD71-32BE781B2B68}" destId="{74318A42-ADEC-4ACF-A9AB-D229BADE940A}" srcOrd="2" destOrd="0" presId="urn:microsoft.com/office/officeart/2018/5/layout/IconCircleLabelList"/>
    <dgm:cxn modelId="{1730CB74-14ED-4C33-A394-4182F3C30F06}" type="presParOf" srcId="{C5EBCB5E-7157-42D5-AD71-32BE781B2B68}" destId="{6F22E203-E86F-4869-B6AB-1B3711A3544E}" srcOrd="3" destOrd="0" presId="urn:microsoft.com/office/officeart/2018/5/layout/IconCircleLabel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EBA551C3-1AB5-4172-A983-897CACE562BF}">
      <dsp:nvSpPr>
        <dsp:cNvPr id="0" name=""/>
        <dsp:cNvSpPr/>
      </dsp:nvSpPr>
      <dsp:spPr>
        <a:xfrm>
          <a:off x="311379" y="1142964"/>
          <a:ext cx="969328" cy="969328"/>
        </a:xfrm>
        <a:prstGeom prst="ellipse">
          <a:avLst/>
        </a:prstGeom>
        <a:solidFill>
          <a:schemeClr val="accent2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25A40062-8251-4C7D-B22B-1E834C76DC0D}">
      <dsp:nvSpPr>
        <dsp:cNvPr id="0" name=""/>
        <dsp:cNvSpPr/>
      </dsp:nvSpPr>
      <dsp:spPr>
        <a:xfrm>
          <a:off x="517957" y="1349543"/>
          <a:ext cx="556171" cy="556171"/>
        </a:xfrm>
        <a:prstGeom prst="rect">
          <a:avLst/>
        </a:prstGeom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"/>
              </a:ext>
            </a:extLst>
          </a:blip>
          <a:stretch>
            <a:fillRect/>
          </a:stretch>
        </a:blipFill>
        <a:ln w="1905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394B0BC7-6CFF-453B-84D3-A5386FC12754}">
      <dsp:nvSpPr>
        <dsp:cNvPr id="0" name=""/>
        <dsp:cNvSpPr/>
      </dsp:nvSpPr>
      <dsp:spPr>
        <a:xfrm>
          <a:off x="1512" y="2414215"/>
          <a:ext cx="1589062" cy="635625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6667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  <a:defRPr cap="all"/>
          </a:pPr>
          <a:r>
            <a:rPr lang="pt-BR" sz="1500" kern="1200"/>
            <a:t>Uma AprilTag é tipo um QR Code robótico.</a:t>
          </a:r>
          <a:endParaRPr lang="en-US" sz="1500" kern="1200"/>
        </a:p>
      </dsp:txBody>
      <dsp:txXfrm>
        <a:off x="1512" y="2414215"/>
        <a:ext cx="1589062" cy="635625"/>
      </dsp:txXfrm>
    </dsp:sp>
    <dsp:sp modelId="{2AD32792-9B85-480B-8D9F-82CD85C6B30E}">
      <dsp:nvSpPr>
        <dsp:cNvPr id="0" name=""/>
        <dsp:cNvSpPr/>
      </dsp:nvSpPr>
      <dsp:spPr>
        <a:xfrm>
          <a:off x="2178527" y="1142964"/>
          <a:ext cx="969328" cy="969328"/>
        </a:xfrm>
        <a:prstGeom prst="ellipse">
          <a:avLst/>
        </a:prstGeom>
        <a:solidFill>
          <a:schemeClr val="accent3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EF58B34C-DABB-43EE-A7B0-21F406B0A8B7}">
      <dsp:nvSpPr>
        <dsp:cNvPr id="0" name=""/>
        <dsp:cNvSpPr/>
      </dsp:nvSpPr>
      <dsp:spPr>
        <a:xfrm>
          <a:off x="2385105" y="1349543"/>
          <a:ext cx="556171" cy="556171"/>
        </a:xfrm>
        <a:prstGeom prst="rect">
          <a:avLst/>
        </a:prstGeom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 w="1905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FAB1AD63-D7DB-4A7F-BC59-C0F9857911C3}">
      <dsp:nvSpPr>
        <dsp:cNvPr id="0" name=""/>
        <dsp:cNvSpPr/>
      </dsp:nvSpPr>
      <dsp:spPr>
        <a:xfrm>
          <a:off x="1868660" y="2414215"/>
          <a:ext cx="1589062" cy="635625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6667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  <a:defRPr cap="all"/>
          </a:pPr>
          <a:r>
            <a:rPr lang="pt-BR" sz="1500" kern="1200"/>
            <a:t>Cada tag possui:</a:t>
          </a:r>
          <a:endParaRPr lang="en-US" sz="1500" kern="1200"/>
        </a:p>
      </dsp:txBody>
      <dsp:txXfrm>
        <a:off x="1868660" y="2414215"/>
        <a:ext cx="1589062" cy="635625"/>
      </dsp:txXfrm>
    </dsp:sp>
    <dsp:sp modelId="{AB2C1221-4EE6-4968-99E2-B30147AA7020}">
      <dsp:nvSpPr>
        <dsp:cNvPr id="0" name=""/>
        <dsp:cNvSpPr/>
      </dsp:nvSpPr>
      <dsp:spPr>
        <a:xfrm>
          <a:off x="4045676" y="1142964"/>
          <a:ext cx="969328" cy="969328"/>
        </a:xfrm>
        <a:prstGeom prst="ellipse">
          <a:avLst/>
        </a:prstGeom>
        <a:solidFill>
          <a:schemeClr val="accent4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720A05C3-A6EB-416B-A795-E3B912C4A0DE}">
      <dsp:nvSpPr>
        <dsp:cNvPr id="0" name=""/>
        <dsp:cNvSpPr/>
      </dsp:nvSpPr>
      <dsp:spPr>
        <a:xfrm>
          <a:off x="4252254" y="1349543"/>
          <a:ext cx="556171" cy="556171"/>
        </a:xfrm>
        <a:prstGeom prst="rect">
          <a:avLst/>
        </a:prstGeom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a:blipFill>
        <a:ln w="1905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1858CFA0-E5C0-4FD0-BCD6-915802DCB4FC}">
      <dsp:nvSpPr>
        <dsp:cNvPr id="0" name=""/>
        <dsp:cNvSpPr/>
      </dsp:nvSpPr>
      <dsp:spPr>
        <a:xfrm>
          <a:off x="3735809" y="2414215"/>
          <a:ext cx="1589062" cy="635625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6667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  <a:defRPr cap="all"/>
          </a:pPr>
          <a:r>
            <a:rPr lang="pt-BR" sz="1500" kern="1200"/>
            <a:t>ID único </a:t>
          </a:r>
          <a:endParaRPr lang="en-US" sz="1500" kern="1200"/>
        </a:p>
      </dsp:txBody>
      <dsp:txXfrm>
        <a:off x="3735809" y="2414215"/>
        <a:ext cx="1589062" cy="635625"/>
      </dsp:txXfrm>
    </dsp:sp>
    <dsp:sp modelId="{91B22D03-63F8-4A29-80C6-5F2BA1449CAD}">
      <dsp:nvSpPr>
        <dsp:cNvPr id="0" name=""/>
        <dsp:cNvSpPr/>
      </dsp:nvSpPr>
      <dsp:spPr>
        <a:xfrm>
          <a:off x="5912824" y="1142964"/>
          <a:ext cx="969328" cy="969328"/>
        </a:xfrm>
        <a:prstGeom prst="ellipse">
          <a:avLst/>
        </a:prstGeom>
        <a:solidFill>
          <a:schemeClr val="accent5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9C7AD936-400B-4B42-9B61-9FDAF305FB9F}">
      <dsp:nvSpPr>
        <dsp:cNvPr id="0" name=""/>
        <dsp:cNvSpPr/>
      </dsp:nvSpPr>
      <dsp:spPr>
        <a:xfrm>
          <a:off x="6119402" y="1349543"/>
          <a:ext cx="556171" cy="556171"/>
        </a:xfrm>
        <a:prstGeom prst="rect">
          <a:avLst/>
        </a:prstGeom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 w="1905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D6F964AF-9FF3-443B-8BF4-DB4D665058E2}">
      <dsp:nvSpPr>
        <dsp:cNvPr id="0" name=""/>
        <dsp:cNvSpPr/>
      </dsp:nvSpPr>
      <dsp:spPr>
        <a:xfrm>
          <a:off x="5602957" y="2414215"/>
          <a:ext cx="1589062" cy="635625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6667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  <a:defRPr cap="all"/>
          </a:pPr>
          <a:r>
            <a:rPr lang="pt-BR" sz="1500" kern="1200"/>
            <a:t>posição conhecida no campo </a:t>
          </a:r>
          <a:endParaRPr lang="en-US" sz="1500" kern="1200"/>
        </a:p>
      </dsp:txBody>
      <dsp:txXfrm>
        <a:off x="5602957" y="2414215"/>
        <a:ext cx="1589062" cy="635625"/>
      </dsp:txXfrm>
    </dsp:sp>
    <dsp:sp modelId="{1F7DE735-1060-43A7-B258-3F9C7218C05C}">
      <dsp:nvSpPr>
        <dsp:cNvPr id="0" name=""/>
        <dsp:cNvSpPr/>
      </dsp:nvSpPr>
      <dsp:spPr>
        <a:xfrm>
          <a:off x="7779973" y="1142964"/>
          <a:ext cx="969328" cy="969328"/>
        </a:xfrm>
        <a:prstGeom prst="ellipse">
          <a:avLst/>
        </a:prstGeom>
        <a:solidFill>
          <a:schemeClr val="accent6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ABEF20CA-1227-4EB9-AD29-9AC46536830E}">
      <dsp:nvSpPr>
        <dsp:cNvPr id="0" name=""/>
        <dsp:cNvSpPr/>
      </dsp:nvSpPr>
      <dsp:spPr>
        <a:xfrm>
          <a:off x="7986551" y="1349543"/>
          <a:ext cx="556171" cy="556171"/>
        </a:xfrm>
        <a:prstGeom prst="rect">
          <a:avLst/>
        </a:prstGeom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a:blipFill>
        <a:ln w="1905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593A17D1-841E-456A-B9D9-0D492488545B}">
      <dsp:nvSpPr>
        <dsp:cNvPr id="0" name=""/>
        <dsp:cNvSpPr/>
      </dsp:nvSpPr>
      <dsp:spPr>
        <a:xfrm>
          <a:off x="7470105" y="2414215"/>
          <a:ext cx="1589062" cy="635625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6667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  <a:defRPr cap="all"/>
          </a:pPr>
          <a:r>
            <a:rPr lang="pt-BR" sz="1500" kern="1200"/>
            <a:t>orientação </a:t>
          </a:r>
          <a:endParaRPr lang="en-US" sz="1500" kern="1200"/>
        </a:p>
      </dsp:txBody>
      <dsp:txXfrm>
        <a:off x="7470105" y="2414215"/>
        <a:ext cx="1589062" cy="635625"/>
      </dsp:txXfrm>
    </dsp:sp>
    <dsp:sp modelId="{F94C255F-3DF7-4E64-B591-54E2BDE50CF7}">
      <dsp:nvSpPr>
        <dsp:cNvPr id="0" name=""/>
        <dsp:cNvSpPr/>
      </dsp:nvSpPr>
      <dsp:spPr>
        <a:xfrm>
          <a:off x="9647121" y="1142964"/>
          <a:ext cx="969328" cy="969328"/>
        </a:xfrm>
        <a:prstGeom prst="ellipse">
          <a:avLst/>
        </a:prstGeom>
        <a:solidFill>
          <a:schemeClr val="accent2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46F290BA-AF91-4DD1-97B4-6F36592EF045}">
      <dsp:nvSpPr>
        <dsp:cNvPr id="0" name=""/>
        <dsp:cNvSpPr/>
      </dsp:nvSpPr>
      <dsp:spPr>
        <a:xfrm>
          <a:off x="9853699" y="1349543"/>
          <a:ext cx="556171" cy="556171"/>
        </a:xfrm>
        <a:prstGeom prst="rect">
          <a:avLst/>
        </a:prstGeom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 w="1905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6F22E203-E86F-4869-B6AB-1B3711A3544E}">
      <dsp:nvSpPr>
        <dsp:cNvPr id="0" name=""/>
        <dsp:cNvSpPr/>
      </dsp:nvSpPr>
      <dsp:spPr>
        <a:xfrm>
          <a:off x="9337254" y="2414215"/>
          <a:ext cx="1589062" cy="635625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6667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  <a:defRPr cap="all"/>
          </a:pPr>
          <a:r>
            <a:rPr lang="pt-BR" sz="1500" kern="1200"/>
            <a:t>O robô usa isso para se localizar.</a:t>
          </a:r>
          <a:endParaRPr lang="en-US" sz="1500" kern="1200"/>
        </a:p>
      </dsp:txBody>
      <dsp:txXfrm>
        <a:off x="9337254" y="2414215"/>
        <a:ext cx="1589062" cy="635625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18/5/layout/IconCircleLabelList">
  <dgm:title val="Icon Circle Label List"/>
  <dgm:desc val="Use to show non-sequential or grouped chunks of information accompanied by a related visuals. Works best with icons or small pictures with short text captions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choose name="Name0">
      <dgm:if name="Name1" axis="self" func="var" arg="dir" op="equ" val="norm">
        <dgm:alg type="snake">
          <dgm:param type="grDir" val="tL"/>
          <dgm:param type="flowDir" val="row"/>
          <dgm:param type="contDir" val="sameDir"/>
          <dgm:param type="off" val="ctr"/>
          <dgm:param type="vertAlign" val="mid"/>
          <dgm:param type="horzAlign" val="ctr"/>
        </dgm:alg>
      </dgm:if>
      <dgm:else name="Name2">
        <dgm:alg type="snake">
          <dgm:param type="grDir" val="tR"/>
          <dgm:param type="flowDir" val="row"/>
          <dgm:param type="contDir" val="sameDir"/>
          <dgm:param type="off" val="ctr"/>
          <dgm:param type="vertAlign" val="mid"/>
          <dgm:param type="horzAlign" val="ctr"/>
        </dgm:alg>
      </dgm:else>
    </dgm:choose>
    <dgm:shape xmlns:r="http://schemas.openxmlformats.org/officeDocument/2006/relationships" r:blip="">
      <dgm:adjLst/>
    </dgm:shape>
    <dgm:presOf/>
    <dgm:choose name="Name3">
      <dgm:if name="Name4" axis="ch" ptType="node" func="cnt" op="lte" val="2">
        <dgm:constrLst>
          <dgm:constr type="h" for="ch" forName="compNode" refType="h" fact="0.4"/>
          <dgm:constr type="w" for="ch" forName="compNode" val="100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44"/>
          <dgm:constr type="h" for="des" forName="compNode" op="equ"/>
          <dgm:constr type="h" for="des" forName="textRect" op="equ"/>
        </dgm:constrLst>
      </dgm:if>
      <dgm:if name="Name5" axis="ch" ptType="node" func="cnt" op="lte" val="3">
        <dgm:constrLst>
          <dgm:constr type="h" for="ch" forName="compNode" refType="h" fact="0.4"/>
          <dgm:constr type="w" for="ch" forName="compNode" val="100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40"/>
          <dgm:constr type="h" for="des" forName="compNode" op="equ"/>
          <dgm:constr type="h" for="des" forName="textRect" op="equ"/>
        </dgm:constrLst>
      </dgm:if>
      <dgm:if name="Name6" axis="ch" ptType="node" func="cnt" op="lte" val="4">
        <dgm:constrLst>
          <dgm:constr type="h" for="ch" forName="compNode" refType="h" fact="0.4"/>
          <dgm:constr type="w" for="ch" forName="compNode" refType="w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32"/>
          <dgm:constr type="h" for="des" forName="compNode" op="equ"/>
          <dgm:constr type="h" for="des" forName="textRect" op="equ"/>
        </dgm:constrLst>
      </dgm:if>
      <dgm:else name="Name7">
        <dgm:constrLst>
          <dgm:constr type="h" for="ch" forName="compNode" refType="h" fact="0.4"/>
          <dgm:constr type="w" for="ch" forName="compNode" refType="w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24"/>
          <dgm:constr type="h" for="des" forName="compNode" op="equ"/>
          <dgm:constr type="h" for="des" forName="textRect" op="equ"/>
        </dgm:constrLst>
      </dgm:else>
    </dgm:choose>
    <dgm:ruleLst>
      <dgm:rule type="w" for="ch" forName="compNode" val="50" fact="NaN" max="NaN"/>
    </dgm:ruleLst>
    <dgm:forEach name="Name8" axis="ch" ptType="node">
      <dgm:layoutNode name="compNode">
        <dgm:alg type="composite"/>
        <dgm:shape xmlns:r="http://schemas.openxmlformats.org/officeDocument/2006/relationships" r:blip="">
          <dgm:adjLst/>
        </dgm:shape>
        <dgm:presOf axis="self"/>
        <dgm:constrLst>
          <dgm:constr type="w" for="ch" forName="iconBgRect" refType="w" fact="0.61"/>
          <dgm:constr type="h" for="ch" forName="iconBgRect" refType="w" refFor="ch" refForName="iconBgRect"/>
          <dgm:constr type="t" for="ch" forName="iconBgRect"/>
          <dgm:constr type="ctrX" for="ch" forName="iconBgRect" refType="w" fact="0.5"/>
          <dgm:constr type="w" for="ch" forName="iconRect" refType="w" fact="0.35"/>
          <dgm:constr type="h" for="ch" forName="iconRect" refType="w" refFor="ch" refForName="iconRect"/>
          <dgm:constr type="ctrX" for="ch" forName="iconRect" refType="ctrX" refFor="ch" refForName="iconBgRect"/>
          <dgm:constr type="ctrY" for="ch" forName="iconRect" refType="ctrY" refFor="ch" refForName="iconBgRect"/>
          <dgm:constr type="h" for="ch" forName="spaceRect" refType="w" fact="0.19"/>
          <dgm:constr type="w" for="ch" forName="spaceRect" refType="w"/>
          <dgm:constr type="l" for="ch" forName="spaceRect"/>
          <dgm:constr type="t" for="ch" forName="spaceRect" refType="b" refFor="ch" refForName="iconBgRect"/>
          <dgm:constr type="h" for="ch" forName="textRect" val="20"/>
          <dgm:constr type="w" for="ch" forName="textRect" refType="w"/>
          <dgm:constr type="l" for="ch" forName="textRect"/>
          <dgm:constr type="t" for="ch" forName="textRect" refType="b" refFor="ch" refForName="spaceRect"/>
        </dgm:constrLst>
        <dgm:ruleLst>
          <dgm:rule type="h" val="INF" fact="NaN" max="NaN"/>
        </dgm:ruleLst>
        <dgm:layoutNode name="iconBgRect" styleLbl="bgShp">
          <dgm:alg type="sp"/>
          <dgm:shape xmlns:r="http://schemas.openxmlformats.org/officeDocument/2006/relationships" type="ellipse" r:blip="">
            <dgm:adjLst/>
          </dgm:shape>
          <dgm:presOf/>
          <dgm:constrLst/>
          <dgm:ruleLst/>
        </dgm:layoutNode>
        <dgm:layoutNode name="iconRect" styleLbl="node1">
          <dgm:alg type="sp"/>
          <dgm:shape xmlns:r="http://schemas.openxmlformats.org/officeDocument/2006/relationships" type="rect" r:blip="" blipPhldr="1">
            <dgm:adjLst/>
          </dgm:shape>
          <dgm:presOf/>
          <dgm:constrLst/>
          <dgm:ruleLst/>
        </dgm:layoutNode>
        <dgm:layoutNode name="spaceRect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textRect" styleLbl="revTx">
          <dgm:varLst>
            <dgm:chMax val="1"/>
            <dgm:chPref val="1"/>
          </dgm:varLst>
          <dgm:alg type="tx">
            <dgm:param type="txAnchorVert" val="t"/>
          </dgm:alg>
          <dgm:shape xmlns:r="http://schemas.openxmlformats.org/officeDocument/2006/relationships" type="rect" r:blip="">
            <dgm:adjLst/>
          </dgm:shape>
          <dgm:presOf axis="self" ptType="node"/>
          <dgm:constrLst>
            <dgm:constr type="lMarg"/>
            <dgm:constr type="rMarg"/>
            <dgm:constr type="tMarg"/>
            <dgm:constr type="bMarg"/>
          </dgm:constrLst>
          <dgm:ruleLst>
            <dgm:rule type="primFontSz" val="11" fact="NaN" max="NaN"/>
            <dgm:rule type="h" val="INF" fact="NaN" max="NaN"/>
          </dgm:ruleLst>
        </dgm:layoutNode>
      </dgm:layoutNode>
      <dgm:forEach name="Name9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  <a:defRPr cap="all"/>
        </a:lvl1pPr>
      </dgm1612:lstStyle>
    </a:ext>
  </dgm:extLst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Slide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2AA3D642-C97C-0F89-ADA4-9AECAFADB942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C1140BEE-B1A1-E862-AB48-C4B4B221ADB1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pt-BR"/>
              <a:t>Clique para editar o estilo do subtítulo Mestre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43CED06E-26F4-803A-550A-0E3FFBF21D0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3262F1E-CBCE-4086-B52C-1BF4B4C7D487}" type="datetimeFigureOut">
              <a:rPr lang="pt-BR" smtClean="0"/>
              <a:t>18/05/2026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2995A4F3-AB66-7B30-1B56-C866FD48AF6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8528378D-71F3-9E26-8D13-667F589C6AA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362AF6E-F025-4662-BEFE-0E181699B74E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52534894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0A889020-E75A-AC18-6A29-9B05463370C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5BF917FC-43A0-403C-89B8-906027D3776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03C214F6-F8CE-397F-8955-E3B428F7147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3262F1E-CBCE-4086-B52C-1BF4B4C7D487}" type="datetimeFigureOut">
              <a:rPr lang="pt-BR" smtClean="0"/>
              <a:t>18/05/2026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032C9FB4-D927-EF7F-8EEA-955FB4A9ABC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33FFABF7-19F6-D11E-2E51-D239E3B0530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362AF6E-F025-4662-BEFE-0E181699B74E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7840786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Cabeçalho da Se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7C661D56-4978-97EF-91E4-5053C7EC3CE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2">
            <a:extLst>
              <a:ext uri="{FF2B5EF4-FFF2-40B4-BE49-F238E27FC236}">
                <a16:creationId xmlns:a16="http://schemas.microsoft.com/office/drawing/2014/main" id="{887CFC08-B08A-8DFA-1B9C-ED5C1F35A8B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8B896F07-625B-2D6B-664B-DA129050C8B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3262F1E-CBCE-4086-B52C-1BF4B4C7D487}" type="datetimeFigureOut">
              <a:rPr lang="pt-BR" smtClean="0"/>
              <a:t>18/05/2026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0C2A8AAE-1772-0C82-5CBC-5549219A785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84001D14-E3E4-AF1D-9C9D-A53783C7958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362AF6E-F025-4662-BEFE-0E181699B74E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6050026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uas Partes d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625AF026-2996-92DB-659C-852284525DB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B7AF73B4-C0EA-CE92-1454-973AD28C41B0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Conteúdo 3">
            <a:extLst>
              <a:ext uri="{FF2B5EF4-FFF2-40B4-BE49-F238E27FC236}">
                <a16:creationId xmlns:a16="http://schemas.microsoft.com/office/drawing/2014/main" id="{521311DA-0837-669D-B36B-D4CDC23BF39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5" name="Espaço Reservado para Data 4">
            <a:extLst>
              <a:ext uri="{FF2B5EF4-FFF2-40B4-BE49-F238E27FC236}">
                <a16:creationId xmlns:a16="http://schemas.microsoft.com/office/drawing/2014/main" id="{04D431A4-6ECA-0DBA-183F-3C0C3C07702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3262F1E-CBCE-4086-B52C-1BF4B4C7D487}" type="datetimeFigureOut">
              <a:rPr lang="pt-BR" smtClean="0"/>
              <a:t>18/05/2026</a:t>
            </a:fld>
            <a:endParaRPr lang="pt-BR"/>
          </a:p>
        </p:txBody>
      </p:sp>
      <p:sp>
        <p:nvSpPr>
          <p:cNvPr id="6" name="Espaço Reservado para Rodapé 5">
            <a:extLst>
              <a:ext uri="{FF2B5EF4-FFF2-40B4-BE49-F238E27FC236}">
                <a16:creationId xmlns:a16="http://schemas.microsoft.com/office/drawing/2014/main" id="{8A8F63BE-20DB-7B94-9212-E6E81815B5F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Espaço Reservado para Número de Slide 6">
            <a:extLst>
              <a:ext uri="{FF2B5EF4-FFF2-40B4-BE49-F238E27FC236}">
                <a16:creationId xmlns:a16="http://schemas.microsoft.com/office/drawing/2014/main" id="{87D1602C-7919-7BD1-C832-1798B982C92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362AF6E-F025-4662-BEFE-0E181699B74E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71297650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DB25E8B6-B257-763A-C3DB-786F0EE1ED8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2">
            <a:extLst>
              <a:ext uri="{FF2B5EF4-FFF2-40B4-BE49-F238E27FC236}">
                <a16:creationId xmlns:a16="http://schemas.microsoft.com/office/drawing/2014/main" id="{3BEA78D0-FAAD-AA2E-9C23-096548A7A19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4" name="Espaço Reservado para Conteúdo 3">
            <a:extLst>
              <a:ext uri="{FF2B5EF4-FFF2-40B4-BE49-F238E27FC236}">
                <a16:creationId xmlns:a16="http://schemas.microsoft.com/office/drawing/2014/main" id="{9B62BBF4-3487-C54C-5180-DB2D44B825D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5" name="Espaço Reservado para Texto 4">
            <a:extLst>
              <a:ext uri="{FF2B5EF4-FFF2-40B4-BE49-F238E27FC236}">
                <a16:creationId xmlns:a16="http://schemas.microsoft.com/office/drawing/2014/main" id="{9A1B2B91-47D5-FADC-7656-FB1C1A61382A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6" name="Espaço Reservado para Conteúdo 5">
            <a:extLst>
              <a:ext uri="{FF2B5EF4-FFF2-40B4-BE49-F238E27FC236}">
                <a16:creationId xmlns:a16="http://schemas.microsoft.com/office/drawing/2014/main" id="{0F014E5C-B7CB-52C6-8FF3-328D22D44B84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7" name="Espaço Reservado para Data 6">
            <a:extLst>
              <a:ext uri="{FF2B5EF4-FFF2-40B4-BE49-F238E27FC236}">
                <a16:creationId xmlns:a16="http://schemas.microsoft.com/office/drawing/2014/main" id="{5EA847D8-5E06-1722-ACEE-CA6D155A02F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3262F1E-CBCE-4086-B52C-1BF4B4C7D487}" type="datetimeFigureOut">
              <a:rPr lang="pt-BR" smtClean="0"/>
              <a:t>18/05/2026</a:t>
            </a:fld>
            <a:endParaRPr lang="pt-BR"/>
          </a:p>
        </p:txBody>
      </p:sp>
      <p:sp>
        <p:nvSpPr>
          <p:cNvPr id="8" name="Espaço Reservado para Rodapé 7">
            <a:extLst>
              <a:ext uri="{FF2B5EF4-FFF2-40B4-BE49-F238E27FC236}">
                <a16:creationId xmlns:a16="http://schemas.microsoft.com/office/drawing/2014/main" id="{0DCAA7D3-6DED-C1AE-8944-DC21E980098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9" name="Espaço Reservado para Número de Slide 8">
            <a:extLst>
              <a:ext uri="{FF2B5EF4-FFF2-40B4-BE49-F238E27FC236}">
                <a16:creationId xmlns:a16="http://schemas.microsoft.com/office/drawing/2014/main" id="{FB48754D-A53B-D6E4-5E8F-37C8DBDCF7A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362AF6E-F025-4662-BEFE-0E181699B74E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78307570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ment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95C102CD-03C6-908C-CDCB-21A7CBB0633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Data 2">
            <a:extLst>
              <a:ext uri="{FF2B5EF4-FFF2-40B4-BE49-F238E27FC236}">
                <a16:creationId xmlns:a16="http://schemas.microsoft.com/office/drawing/2014/main" id="{2F2BC1C8-78DC-8488-225E-A347CB570E8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3262F1E-CBCE-4086-B52C-1BF4B4C7D487}" type="datetimeFigureOut">
              <a:rPr lang="pt-BR" smtClean="0"/>
              <a:t>18/05/2026</a:t>
            </a:fld>
            <a:endParaRPr lang="pt-BR"/>
          </a:p>
        </p:txBody>
      </p:sp>
      <p:sp>
        <p:nvSpPr>
          <p:cNvPr id="4" name="Espaço Reservado para Rodapé 3">
            <a:extLst>
              <a:ext uri="{FF2B5EF4-FFF2-40B4-BE49-F238E27FC236}">
                <a16:creationId xmlns:a16="http://schemas.microsoft.com/office/drawing/2014/main" id="{F874F8AE-ED53-5F35-EA17-437F69C631C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5" name="Espaço Reservado para Número de Slide 4">
            <a:extLst>
              <a:ext uri="{FF2B5EF4-FFF2-40B4-BE49-F238E27FC236}">
                <a16:creationId xmlns:a16="http://schemas.microsoft.com/office/drawing/2014/main" id="{BEE2A418-A36C-7B2C-841C-F125430DEBB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362AF6E-F025-4662-BEFE-0E181699B74E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52391311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m Br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Data 1">
            <a:extLst>
              <a:ext uri="{FF2B5EF4-FFF2-40B4-BE49-F238E27FC236}">
                <a16:creationId xmlns:a16="http://schemas.microsoft.com/office/drawing/2014/main" id="{73D65CE5-AFB7-99AF-36AD-1A374CB6796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3262F1E-CBCE-4086-B52C-1BF4B4C7D487}" type="datetimeFigureOut">
              <a:rPr lang="pt-BR" smtClean="0"/>
              <a:t>18/05/2026</a:t>
            </a:fld>
            <a:endParaRPr lang="pt-BR"/>
          </a:p>
        </p:txBody>
      </p:sp>
      <p:sp>
        <p:nvSpPr>
          <p:cNvPr id="3" name="Espaço Reservado para Rodapé 2">
            <a:extLst>
              <a:ext uri="{FF2B5EF4-FFF2-40B4-BE49-F238E27FC236}">
                <a16:creationId xmlns:a16="http://schemas.microsoft.com/office/drawing/2014/main" id="{45BBA5ED-CAD7-C3B3-470B-544BB98789B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4" name="Espaço Reservado para Número de Slide 3">
            <a:extLst>
              <a:ext uri="{FF2B5EF4-FFF2-40B4-BE49-F238E27FC236}">
                <a16:creationId xmlns:a16="http://schemas.microsoft.com/office/drawing/2014/main" id="{BE251DA7-4B61-45DB-AE2A-231092A0ADE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362AF6E-F025-4662-BEFE-0E181699B74E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97914110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údo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3487C085-767A-C9F8-9014-D4726117A31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F150902B-9A15-744E-A9E1-23176504BD9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Texto 3">
            <a:extLst>
              <a:ext uri="{FF2B5EF4-FFF2-40B4-BE49-F238E27FC236}">
                <a16:creationId xmlns:a16="http://schemas.microsoft.com/office/drawing/2014/main" id="{ED749FF6-23EF-996C-C6A6-E9B718EFF9B9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5" name="Espaço Reservado para Data 4">
            <a:extLst>
              <a:ext uri="{FF2B5EF4-FFF2-40B4-BE49-F238E27FC236}">
                <a16:creationId xmlns:a16="http://schemas.microsoft.com/office/drawing/2014/main" id="{97C45688-D744-CFFD-0BB9-C90890C9E1E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3262F1E-CBCE-4086-B52C-1BF4B4C7D487}" type="datetimeFigureOut">
              <a:rPr lang="pt-BR" smtClean="0"/>
              <a:t>18/05/2026</a:t>
            </a:fld>
            <a:endParaRPr lang="pt-BR"/>
          </a:p>
        </p:txBody>
      </p:sp>
      <p:sp>
        <p:nvSpPr>
          <p:cNvPr id="6" name="Espaço Reservado para Rodapé 5">
            <a:extLst>
              <a:ext uri="{FF2B5EF4-FFF2-40B4-BE49-F238E27FC236}">
                <a16:creationId xmlns:a16="http://schemas.microsoft.com/office/drawing/2014/main" id="{C5A9AC9A-A853-1B69-708F-BEED2EE8828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Espaço Reservado para Número de Slide 6">
            <a:extLst>
              <a:ext uri="{FF2B5EF4-FFF2-40B4-BE49-F238E27FC236}">
                <a16:creationId xmlns:a16="http://schemas.microsoft.com/office/drawing/2014/main" id="{D6396991-2A27-4756-2D2B-51FD7545714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362AF6E-F025-4662-BEFE-0E181699B74E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420241159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m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5D7D1C57-2B87-8262-248C-4C4ECBFA8C3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Imagem 2">
            <a:extLst>
              <a:ext uri="{FF2B5EF4-FFF2-40B4-BE49-F238E27FC236}">
                <a16:creationId xmlns:a16="http://schemas.microsoft.com/office/drawing/2014/main" id="{4AEBEFCA-7165-25A7-1926-F9991263960C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pt-BR"/>
          </a:p>
        </p:txBody>
      </p:sp>
      <p:sp>
        <p:nvSpPr>
          <p:cNvPr id="4" name="Espaço Reservado para Texto 3">
            <a:extLst>
              <a:ext uri="{FF2B5EF4-FFF2-40B4-BE49-F238E27FC236}">
                <a16:creationId xmlns:a16="http://schemas.microsoft.com/office/drawing/2014/main" id="{5DDB8542-96A5-DA81-4F7B-8E1891191523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5" name="Espaço Reservado para Data 4">
            <a:extLst>
              <a:ext uri="{FF2B5EF4-FFF2-40B4-BE49-F238E27FC236}">
                <a16:creationId xmlns:a16="http://schemas.microsoft.com/office/drawing/2014/main" id="{7A03EA21-9459-5A34-E45F-70D6E6015B2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3262F1E-CBCE-4086-B52C-1BF4B4C7D487}" type="datetimeFigureOut">
              <a:rPr lang="pt-BR" smtClean="0"/>
              <a:t>18/05/2026</a:t>
            </a:fld>
            <a:endParaRPr lang="pt-BR"/>
          </a:p>
        </p:txBody>
      </p:sp>
      <p:sp>
        <p:nvSpPr>
          <p:cNvPr id="6" name="Espaço Reservado para Rodapé 5">
            <a:extLst>
              <a:ext uri="{FF2B5EF4-FFF2-40B4-BE49-F238E27FC236}">
                <a16:creationId xmlns:a16="http://schemas.microsoft.com/office/drawing/2014/main" id="{3C57CF97-7FE8-C319-B6BE-75E3CDC7856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Espaço Reservado para Número de Slide 6">
            <a:extLst>
              <a:ext uri="{FF2B5EF4-FFF2-40B4-BE49-F238E27FC236}">
                <a16:creationId xmlns:a16="http://schemas.microsoft.com/office/drawing/2014/main" id="{A70F53DA-9A88-F592-E120-565369E852E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362AF6E-F025-4662-BEFE-0E181699B74E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31734355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e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9A720556-4190-9F87-5AA4-00FD2A0BFED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Vertical 2">
            <a:extLst>
              <a:ext uri="{FF2B5EF4-FFF2-40B4-BE49-F238E27FC236}">
                <a16:creationId xmlns:a16="http://schemas.microsoft.com/office/drawing/2014/main" id="{B02689E6-266B-50D9-9A00-B409BEF16210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1091ECCC-27A8-4E30-CBF1-8F9D8ADF961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3262F1E-CBCE-4086-B52C-1BF4B4C7D487}" type="datetimeFigureOut">
              <a:rPr lang="pt-BR" smtClean="0"/>
              <a:t>18/05/2026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8850132A-7602-8268-0913-42F892178AC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98D3A12D-554E-82B9-1FD5-AB81FD77FA4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362AF6E-F025-4662-BEFE-0E181699B74E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93723032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exto e Títul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Vertical 1">
            <a:extLst>
              <a:ext uri="{FF2B5EF4-FFF2-40B4-BE49-F238E27FC236}">
                <a16:creationId xmlns:a16="http://schemas.microsoft.com/office/drawing/2014/main" id="{F6E8EE69-59D3-80CF-4DA3-D390E61A2D17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Vertical 2">
            <a:extLst>
              <a:ext uri="{FF2B5EF4-FFF2-40B4-BE49-F238E27FC236}">
                <a16:creationId xmlns:a16="http://schemas.microsoft.com/office/drawing/2014/main" id="{2F756F15-EF66-AC15-B128-A1E0A53D056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DE9FEB8F-4BDD-450E-6C7A-FEC53659B7A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3262F1E-CBCE-4086-B52C-1BF4B4C7D487}" type="datetimeFigureOut">
              <a:rPr lang="pt-BR" smtClean="0"/>
              <a:t>18/05/2026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9E1B0979-BE43-DF8A-85DD-40066B03F43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925A0643-9891-8669-FC54-21D5F620333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362AF6E-F025-4662-BEFE-0E181699B74E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418347768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Título 1">
            <a:extLst>
              <a:ext uri="{FF2B5EF4-FFF2-40B4-BE49-F238E27FC236}">
                <a16:creationId xmlns:a16="http://schemas.microsoft.com/office/drawing/2014/main" id="{3F4826D9-2260-1558-715F-9D6A0A9F732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2">
            <a:extLst>
              <a:ext uri="{FF2B5EF4-FFF2-40B4-BE49-F238E27FC236}">
                <a16:creationId xmlns:a16="http://schemas.microsoft.com/office/drawing/2014/main" id="{7CC004E1-21FE-27BA-E603-5F4886B8A2F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485846E4-02C1-CC4D-1EDE-941F880DDDED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B3262F1E-CBCE-4086-B52C-1BF4B4C7D487}" type="datetimeFigureOut">
              <a:rPr lang="pt-BR" smtClean="0"/>
              <a:t>18/05/2026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7C1F7145-9F33-5546-1420-995A136D19A6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312268EA-2D24-590F-AAEE-3B155625FD91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B362AF6E-F025-4662-BEFE-0E181699B74E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99761750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pt-B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.xml"/><Relationship Id="rId2" Type="http://schemas.openxmlformats.org/officeDocument/2006/relationships/diagramData" Target="../diagrams/data1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1.xml"/><Relationship Id="rId5" Type="http://schemas.openxmlformats.org/officeDocument/2006/relationships/diagramColors" Target="../diagrams/colors1.xml"/><Relationship Id="rId4" Type="http://schemas.openxmlformats.org/officeDocument/2006/relationships/diagramQuickStyle" Target="../diagrams/quickStyle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jpe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2" name="Rectangle 241">
            <a:extLst>
              <a:ext uri="{FF2B5EF4-FFF2-40B4-BE49-F238E27FC236}">
                <a16:creationId xmlns:a16="http://schemas.microsoft.com/office/drawing/2014/main" id="{934F1179-B481-4F9E-BCA3-AFB972070F8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238" name="Picture 237" descr="Reflexo de luz em uma lente">
            <a:extLst>
              <a:ext uri="{FF2B5EF4-FFF2-40B4-BE49-F238E27FC236}">
                <a16:creationId xmlns:a16="http://schemas.microsoft.com/office/drawing/2014/main" id="{B53F4B0E-1D91-BEE6-5FE6-538DF8477CB8}"/>
              </a:ext>
            </a:extLst>
          </p:cNvPr>
          <p:cNvPicPr>
            <a:picLocks noChangeAspect="1"/>
          </p:cNvPicPr>
          <p:nvPr/>
        </p:nvPicPr>
        <p:blipFill>
          <a:blip r:embed="rId2">
            <a:alphaModFix amt="40000"/>
          </a:blip>
          <a:srcRect t="3151" b="12579"/>
          <a:stretch>
            <a:fillRect/>
          </a:stretch>
        </p:blipFill>
        <p:spPr>
          <a:xfrm>
            <a:off x="20" y="-1784"/>
            <a:ext cx="12191980" cy="6858000"/>
          </a:xfrm>
          <a:prstGeom prst="rect">
            <a:avLst/>
          </a:prstGeom>
        </p:spPr>
      </p:pic>
      <p:sp>
        <p:nvSpPr>
          <p:cNvPr id="244" name="Right Triangle 243">
            <a:extLst>
              <a:ext uri="{FF2B5EF4-FFF2-40B4-BE49-F238E27FC236}">
                <a16:creationId xmlns:a16="http://schemas.microsoft.com/office/drawing/2014/main" id="{827DC2C4-B485-428A-BF4A-472D2967F47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8576720" y="3335867"/>
            <a:ext cx="3291840" cy="3200400"/>
          </a:xfrm>
          <a:prstGeom prst="rtTriangle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46" name="Rectangle 245">
            <a:extLst>
              <a:ext uri="{FF2B5EF4-FFF2-40B4-BE49-F238E27FC236}">
                <a16:creationId xmlns:a16="http://schemas.microsoft.com/office/drawing/2014/main" id="{EE04B5EB-F158-4507-90DD-BD23620C7CC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41774" y="623275"/>
            <a:ext cx="10905053" cy="5607882"/>
          </a:xfrm>
          <a:prstGeom prst="rect">
            <a:avLst/>
          </a:prstGeom>
          <a:noFill/>
          <a:ln w="19050">
            <a:solidFill>
              <a:srgbClr val="FFFFFF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ítulo 1">
            <a:extLst>
              <a:ext uri="{FF2B5EF4-FFF2-40B4-BE49-F238E27FC236}">
                <a16:creationId xmlns:a16="http://schemas.microsoft.com/office/drawing/2014/main" id="{BC57BA10-35F9-784D-9EFF-A0747170755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675349" y="1008993"/>
            <a:ext cx="8841302" cy="3542045"/>
          </a:xfrm>
        </p:spPr>
        <p:txBody>
          <a:bodyPr anchor="b">
            <a:normAutofit/>
          </a:bodyPr>
          <a:lstStyle/>
          <a:p>
            <a:pPr algn="l"/>
            <a:r>
              <a:rPr lang="pt-BR" sz="11500">
                <a:solidFill>
                  <a:srgbClr val="FFFFFF"/>
                </a:solidFill>
              </a:rPr>
              <a:t>LimeLight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6FF64B0C-93D4-9206-F07A-88A7910D1C08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675349" y="4582814"/>
            <a:ext cx="6742227" cy="1312657"/>
          </a:xfrm>
        </p:spPr>
        <p:txBody>
          <a:bodyPr anchor="t">
            <a:normAutofit/>
          </a:bodyPr>
          <a:lstStyle/>
          <a:p>
            <a:pPr algn="l"/>
            <a:endParaRPr lang="pt-BR" sz="2800">
              <a:solidFill>
                <a:srgbClr val="FFFFFF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09868693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33" name="Rectangle 32">
            <a:extLst>
              <a:ext uri="{FF2B5EF4-FFF2-40B4-BE49-F238E27FC236}">
                <a16:creationId xmlns:a16="http://schemas.microsoft.com/office/drawing/2014/main" id="{04812C46-200A-4DEB-A05E-3ED6C68C238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-1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4" name="Imagem 3" descr="Limelight 3A – stemOS">
            <a:extLst>
              <a:ext uri="{FF2B5EF4-FFF2-40B4-BE49-F238E27FC236}">
                <a16:creationId xmlns:a16="http://schemas.microsoft.com/office/drawing/2014/main" id="{3BD9F48B-7603-129F-613D-8799F12E5E4E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t="5436"/>
          <a:stretch>
            <a:fillRect/>
          </a:stretch>
        </p:blipFill>
        <p:spPr>
          <a:xfrm>
            <a:off x="1" y="10"/>
            <a:ext cx="9669642" cy="6857990"/>
          </a:xfrm>
          <a:prstGeom prst="rect">
            <a:avLst/>
          </a:prstGeom>
        </p:spPr>
      </p:pic>
      <p:sp>
        <p:nvSpPr>
          <p:cNvPr id="35" name="Rectangle 34">
            <a:extLst>
              <a:ext uri="{FF2B5EF4-FFF2-40B4-BE49-F238E27FC236}">
                <a16:creationId xmlns:a16="http://schemas.microsoft.com/office/drawing/2014/main" id="{D1EA859B-E555-4109-94F3-6700E046E00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5125019" y="0"/>
            <a:ext cx="7066978" cy="6858000"/>
          </a:xfrm>
          <a:prstGeom prst="rect">
            <a:avLst/>
          </a:prstGeom>
          <a:gradFill>
            <a:gsLst>
              <a:gs pos="48000">
                <a:schemeClr val="bg1"/>
              </a:gs>
              <a:gs pos="35000">
                <a:schemeClr val="bg1">
                  <a:alpha val="77000"/>
                </a:schemeClr>
              </a:gs>
              <a:gs pos="19000">
                <a:schemeClr val="bg1">
                  <a:alpha val="38000"/>
                </a:schemeClr>
              </a:gs>
              <a:gs pos="0">
                <a:schemeClr val="bg1">
                  <a:alpha val="0"/>
                </a:schemeClr>
              </a:gs>
              <a:gs pos="100000">
                <a:schemeClr val="bg1"/>
              </a:gs>
            </a:gsLst>
            <a:lin ang="10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ítulo 1">
            <a:extLst>
              <a:ext uri="{FF2B5EF4-FFF2-40B4-BE49-F238E27FC236}">
                <a16:creationId xmlns:a16="http://schemas.microsoft.com/office/drawing/2014/main" id="{45CD3828-3529-7B62-C206-A4C245A8024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531610" y="365125"/>
            <a:ext cx="3822189" cy="1899912"/>
          </a:xfrm>
        </p:spPr>
        <p:txBody>
          <a:bodyPr>
            <a:normAutofit/>
          </a:bodyPr>
          <a:lstStyle/>
          <a:p>
            <a:r>
              <a:rPr lang="pt-BR" sz="4000"/>
              <a:t>O que é Visão Computacional?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57205491-D206-0616-22F4-D77BC614EEE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531610" y="2434201"/>
            <a:ext cx="3822189" cy="3742762"/>
          </a:xfrm>
        </p:spPr>
        <p:txBody>
          <a:bodyPr>
            <a:normAutofit/>
          </a:bodyPr>
          <a:lstStyle/>
          <a:p>
            <a:r>
              <a:rPr lang="pt-BR" sz="2000"/>
              <a:t>Visão computacional é quando:</a:t>
            </a:r>
          </a:p>
          <a:p>
            <a:r>
              <a:rPr lang="pt-BR" sz="2000"/>
              <a:t>o robô “enxerga” usando câmera + matemática + programação.</a:t>
            </a:r>
          </a:p>
          <a:p>
            <a:r>
              <a:rPr lang="pt-BR" sz="2000"/>
              <a:t>A câmera captura a imagem</a:t>
            </a:r>
            <a:br>
              <a:rPr lang="pt-BR" sz="2000"/>
            </a:br>
            <a:r>
              <a:rPr lang="pt-BR" sz="2000"/>
              <a:t>⬇</a:t>
            </a:r>
            <a:br>
              <a:rPr lang="pt-BR" sz="2000"/>
            </a:br>
            <a:r>
              <a:rPr lang="pt-BR" sz="2000"/>
              <a:t>o software analisa</a:t>
            </a:r>
            <a:br>
              <a:rPr lang="pt-BR" sz="2000"/>
            </a:br>
            <a:r>
              <a:rPr lang="pt-BR" sz="2000"/>
              <a:t>⬇</a:t>
            </a:r>
            <a:br>
              <a:rPr lang="pt-BR" sz="2000"/>
            </a:br>
            <a:r>
              <a:rPr lang="pt-BR" sz="2000"/>
              <a:t>o robô entende o ambiente</a:t>
            </a:r>
            <a:br>
              <a:rPr lang="pt-BR" sz="2000"/>
            </a:br>
            <a:r>
              <a:rPr lang="pt-BR" sz="2000"/>
              <a:t>⬇</a:t>
            </a:r>
            <a:br>
              <a:rPr lang="pt-BR" sz="2000"/>
            </a:br>
            <a:r>
              <a:rPr lang="pt-BR" sz="2000"/>
              <a:t>ele toma decisões sozinho</a:t>
            </a:r>
          </a:p>
          <a:p>
            <a:endParaRPr lang="pt-BR" sz="2000"/>
          </a:p>
        </p:txBody>
      </p:sp>
    </p:spTree>
    <p:extLst>
      <p:ext uri="{BB962C8B-B14F-4D97-AF65-F5344CB8AC3E}">
        <p14:creationId xmlns:p14="http://schemas.microsoft.com/office/powerpoint/2010/main" val="176041779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B914C99A-FBFE-681C-A245-505C8D171AD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 err="1"/>
              <a:t>Limelight</a:t>
            </a:r>
            <a:endParaRPr lang="pt-BR" dirty="0"/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493F8FC8-CFBC-CD91-1D66-3CD72EF9233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70000" lnSpcReduction="20000"/>
          </a:bodyPr>
          <a:lstStyle/>
          <a:p>
            <a:pPr marL="0" indent="0">
              <a:buNone/>
            </a:pPr>
            <a:r>
              <a:rPr lang="pt-BR" dirty="0"/>
              <a:t>A FIRST Robotics </a:t>
            </a:r>
            <a:r>
              <a:rPr lang="pt-BR" dirty="0" err="1"/>
              <a:t>Competition</a:t>
            </a:r>
            <a:r>
              <a:rPr lang="pt-BR" dirty="0"/>
              <a:t> usa muito a </a:t>
            </a:r>
            <a:r>
              <a:rPr lang="pt-BR" b="1" dirty="0" err="1"/>
              <a:t>Limelight</a:t>
            </a:r>
            <a:r>
              <a:rPr lang="pt-BR" dirty="0"/>
              <a:t> porque ela resolve um dos maiores problemas do robô:</a:t>
            </a:r>
            <a:br>
              <a:rPr lang="pt-BR" dirty="0"/>
            </a:br>
            <a:r>
              <a:rPr lang="pt-BR" dirty="0"/>
              <a:t>👉 </a:t>
            </a:r>
            <a:r>
              <a:rPr lang="pt-BR" b="1" dirty="0"/>
              <a:t>“Como o robô sabe onde está olhando e para onde deve ir?”</a:t>
            </a:r>
          </a:p>
          <a:p>
            <a:pPr marL="0" indent="0">
              <a:buNone/>
            </a:pPr>
            <a:endParaRPr lang="pt-BR" dirty="0"/>
          </a:p>
          <a:p>
            <a:pPr marL="0" indent="0">
              <a:buNone/>
            </a:pPr>
            <a:r>
              <a:rPr lang="pt-BR" dirty="0"/>
              <a:t>A </a:t>
            </a:r>
            <a:r>
              <a:rPr lang="pt-BR" b="1" dirty="0" err="1"/>
              <a:t>Limelight</a:t>
            </a:r>
            <a:r>
              <a:rPr lang="pt-BR" dirty="0"/>
              <a:t> é uma câmera inteligente de </a:t>
            </a:r>
            <a:r>
              <a:rPr lang="pt-BR" b="1" dirty="0"/>
              <a:t>visão computacional</a:t>
            </a:r>
            <a:r>
              <a:rPr lang="pt-BR" dirty="0"/>
              <a:t> feita especialmente para robôs da FRC.</a:t>
            </a:r>
          </a:p>
          <a:p>
            <a:r>
              <a:rPr lang="pt-BR" dirty="0"/>
              <a:t>Ela consegue:</a:t>
            </a:r>
          </a:p>
          <a:p>
            <a:r>
              <a:rPr lang="pt-BR" dirty="0"/>
              <a:t>detectar </a:t>
            </a:r>
            <a:r>
              <a:rPr lang="pt-BR" dirty="0" err="1"/>
              <a:t>AprilTags</a:t>
            </a:r>
            <a:r>
              <a:rPr lang="pt-BR" dirty="0"/>
              <a:t> </a:t>
            </a:r>
          </a:p>
          <a:p>
            <a:r>
              <a:rPr lang="pt-BR" dirty="0"/>
              <a:t>encontrar objetos </a:t>
            </a:r>
          </a:p>
          <a:p>
            <a:r>
              <a:rPr lang="pt-BR" dirty="0"/>
              <a:t>calcular distância </a:t>
            </a:r>
          </a:p>
          <a:p>
            <a:r>
              <a:rPr lang="pt-BR" dirty="0"/>
              <a:t>alinhar automaticamente </a:t>
            </a:r>
          </a:p>
          <a:p>
            <a:r>
              <a:rPr lang="pt-BR" dirty="0"/>
              <a:t>ajudar na </a:t>
            </a:r>
            <a:r>
              <a:rPr lang="pt-BR" dirty="0" err="1"/>
              <a:t>odometria</a:t>
            </a:r>
            <a:r>
              <a:rPr lang="pt-BR" dirty="0"/>
              <a:t> </a:t>
            </a:r>
          </a:p>
          <a:p>
            <a:r>
              <a:rPr lang="pt-BR" dirty="0"/>
              <a:t>fazer mira automática </a:t>
            </a:r>
          </a:p>
          <a:p>
            <a:r>
              <a:rPr lang="pt-BR" dirty="0"/>
              <a:t>rastrear alvos em tempo real</a:t>
            </a:r>
          </a:p>
          <a:p>
            <a:endParaRPr lang="pt-BR" dirty="0"/>
          </a:p>
        </p:txBody>
      </p:sp>
      <p:pic>
        <p:nvPicPr>
          <p:cNvPr id="5" name="Imagem 4">
            <a:extLst>
              <a:ext uri="{FF2B5EF4-FFF2-40B4-BE49-F238E27FC236}">
                <a16:creationId xmlns:a16="http://schemas.microsoft.com/office/drawing/2014/main" id="{81BE41FE-24A3-6511-41FB-E8336DCFAA0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96000" y="3718003"/>
            <a:ext cx="4382112" cy="214342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9368316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2F6AA4C3-F12F-B282-B4CC-F5EA9A2DA51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Constants.java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43958370-B341-17F7-94B7-203D5D9BDF6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8490857" cy="4351338"/>
          </a:xfrm>
        </p:spPr>
        <p:txBody>
          <a:bodyPr>
            <a:normAutofit/>
          </a:bodyPr>
          <a:lstStyle/>
          <a:p>
            <a:pPr>
              <a:lnSpc>
                <a:spcPts val="1425"/>
              </a:lnSpc>
              <a:buNone/>
            </a:pPr>
            <a:r>
              <a:rPr lang="pt-BR" sz="20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</a:t>
            </a:r>
            <a:r>
              <a:rPr lang="pt-BR" sz="2000" b="0" dirty="0">
                <a:solidFill>
                  <a:srgbClr val="6A9955"/>
                </a:solidFill>
                <a:effectLst/>
                <a:latin typeface="Consolas" panose="020B0609020204030204" pitchFamily="49" charset="0"/>
              </a:rPr>
              <a:t>// CÂMERA TRASEIRA – Posição da Câmera no </a:t>
            </a:r>
            <a:r>
              <a:rPr lang="pt-BR" sz="2000" b="0" dirty="0" err="1">
                <a:solidFill>
                  <a:srgbClr val="6A9955"/>
                </a:solidFill>
                <a:effectLst/>
                <a:latin typeface="Consolas" panose="020B0609020204030204" pitchFamily="49" charset="0"/>
              </a:rPr>
              <a:t>Robo</a:t>
            </a:r>
            <a:endParaRPr lang="pt-BR" sz="2000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ts val="1425"/>
              </a:lnSpc>
              <a:buNone/>
            </a:pPr>
            <a:r>
              <a:rPr lang="pt-BR" sz="20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</a:t>
            </a:r>
            <a:r>
              <a:rPr lang="pt-BR" sz="2000" b="0" dirty="0" err="1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public</a:t>
            </a:r>
            <a:r>
              <a:rPr lang="pt-BR" sz="20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pt-BR" sz="2000" b="0" dirty="0" err="1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static</a:t>
            </a:r>
            <a:r>
              <a:rPr lang="pt-BR" sz="20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pt-BR" sz="2000" b="0" dirty="0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final</a:t>
            </a:r>
            <a:r>
              <a:rPr lang="pt-BR" sz="20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pt-BR" sz="2000" b="0" dirty="0" err="1">
                <a:solidFill>
                  <a:srgbClr val="4EC9B0"/>
                </a:solidFill>
                <a:effectLst/>
                <a:latin typeface="Consolas" panose="020B0609020204030204" pitchFamily="49" charset="0"/>
              </a:rPr>
              <a:t>String</a:t>
            </a:r>
            <a:r>
              <a:rPr lang="pt-BR" sz="20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pt-BR" sz="2000" b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REAR_NAME</a:t>
            </a:r>
            <a:r>
              <a:rPr lang="pt-BR" sz="20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pt-BR" sz="20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pt-BR" sz="20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pt-BR" sz="2000" b="0" dirty="0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"</a:t>
            </a:r>
            <a:r>
              <a:rPr lang="pt-BR" sz="2000" b="0" dirty="0" err="1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limelight-rear</a:t>
            </a:r>
            <a:r>
              <a:rPr lang="pt-BR" sz="2000" b="0" dirty="0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"</a:t>
            </a:r>
            <a:r>
              <a:rPr lang="pt-BR" sz="20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;</a:t>
            </a:r>
          </a:p>
          <a:p>
            <a:pPr>
              <a:lnSpc>
                <a:spcPts val="1425"/>
              </a:lnSpc>
              <a:buNone/>
            </a:pPr>
            <a:br>
              <a:rPr lang="pt-BR" sz="20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</a:br>
            <a:endParaRPr lang="pt-BR" sz="2000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ts val="1425"/>
              </a:lnSpc>
              <a:buNone/>
            </a:pPr>
            <a:r>
              <a:rPr lang="pt-BR" sz="20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</a:t>
            </a:r>
            <a:r>
              <a:rPr lang="pt-BR" sz="2000" b="0" dirty="0" err="1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public</a:t>
            </a:r>
            <a:r>
              <a:rPr lang="pt-BR" sz="20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pt-BR" sz="2000" b="0" dirty="0" err="1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static</a:t>
            </a:r>
            <a:r>
              <a:rPr lang="pt-BR" sz="20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pt-BR" sz="2000" b="0" dirty="0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final</a:t>
            </a:r>
            <a:r>
              <a:rPr lang="pt-BR" sz="20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pt-BR" sz="2000" b="0" dirty="0" err="1">
                <a:solidFill>
                  <a:srgbClr val="4EC9B0"/>
                </a:solidFill>
                <a:effectLst/>
                <a:latin typeface="Consolas" panose="020B0609020204030204" pitchFamily="49" charset="0"/>
              </a:rPr>
              <a:t>double</a:t>
            </a:r>
            <a:r>
              <a:rPr lang="pt-BR" sz="20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pt-BR" sz="2000" b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REAR_FORWARD</a:t>
            </a:r>
            <a:r>
              <a:rPr lang="pt-BR" sz="20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pt-BR" sz="20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pt-BR" sz="20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pt-BR" sz="20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-</a:t>
            </a:r>
            <a:r>
              <a:rPr lang="pt-BR" sz="2000" b="0" dirty="0">
                <a:solidFill>
                  <a:srgbClr val="B5CEA8"/>
                </a:solidFill>
                <a:effectLst/>
                <a:latin typeface="Consolas" panose="020B0609020204030204" pitchFamily="49" charset="0"/>
              </a:rPr>
              <a:t>0.29</a:t>
            </a:r>
            <a:r>
              <a:rPr lang="pt-BR" sz="20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;</a:t>
            </a:r>
          </a:p>
          <a:p>
            <a:pPr>
              <a:lnSpc>
                <a:spcPts val="1425"/>
              </a:lnSpc>
              <a:buNone/>
            </a:pPr>
            <a:r>
              <a:rPr lang="pt-BR" sz="20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</a:t>
            </a:r>
            <a:r>
              <a:rPr lang="pt-BR" sz="2000" b="0" dirty="0" err="1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public</a:t>
            </a:r>
            <a:r>
              <a:rPr lang="pt-BR" sz="20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pt-BR" sz="2000" b="0" dirty="0" err="1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static</a:t>
            </a:r>
            <a:r>
              <a:rPr lang="pt-BR" sz="20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pt-BR" sz="2000" b="0" dirty="0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final</a:t>
            </a:r>
            <a:r>
              <a:rPr lang="pt-BR" sz="20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pt-BR" sz="2000" b="0" dirty="0" err="1">
                <a:solidFill>
                  <a:srgbClr val="4EC9B0"/>
                </a:solidFill>
                <a:effectLst/>
                <a:latin typeface="Consolas" panose="020B0609020204030204" pitchFamily="49" charset="0"/>
              </a:rPr>
              <a:t>double</a:t>
            </a:r>
            <a:r>
              <a:rPr lang="pt-BR" sz="20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pt-BR" sz="2000" b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REAR_RIGHT</a:t>
            </a:r>
            <a:r>
              <a:rPr lang="pt-BR" sz="20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pt-BR" sz="20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pt-BR" sz="20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pt-BR" sz="2000" b="0" dirty="0">
                <a:solidFill>
                  <a:srgbClr val="B5CEA8"/>
                </a:solidFill>
                <a:effectLst/>
                <a:latin typeface="Consolas" panose="020B0609020204030204" pitchFamily="49" charset="0"/>
              </a:rPr>
              <a:t>0.16</a:t>
            </a:r>
            <a:r>
              <a:rPr lang="pt-BR" sz="20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;</a:t>
            </a:r>
          </a:p>
          <a:p>
            <a:pPr>
              <a:lnSpc>
                <a:spcPts val="1425"/>
              </a:lnSpc>
              <a:buNone/>
            </a:pPr>
            <a:r>
              <a:rPr lang="pt-BR" sz="20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</a:t>
            </a:r>
            <a:r>
              <a:rPr lang="pt-BR" sz="2000" b="0" dirty="0" err="1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public</a:t>
            </a:r>
            <a:r>
              <a:rPr lang="pt-BR" sz="20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pt-BR" sz="2000" b="0" dirty="0" err="1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static</a:t>
            </a:r>
            <a:r>
              <a:rPr lang="pt-BR" sz="20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pt-BR" sz="2000" b="0" dirty="0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final</a:t>
            </a:r>
            <a:r>
              <a:rPr lang="pt-BR" sz="20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pt-BR" sz="2000" b="0" dirty="0" err="1">
                <a:solidFill>
                  <a:srgbClr val="4EC9B0"/>
                </a:solidFill>
                <a:effectLst/>
                <a:latin typeface="Consolas" panose="020B0609020204030204" pitchFamily="49" charset="0"/>
              </a:rPr>
              <a:t>double</a:t>
            </a:r>
            <a:r>
              <a:rPr lang="pt-BR" sz="20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pt-BR" sz="2000" b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REAR_UP</a:t>
            </a:r>
            <a:r>
              <a:rPr lang="pt-BR" sz="20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pt-BR" sz="20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pt-BR" sz="20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pt-BR" sz="2000" b="0" dirty="0">
                <a:solidFill>
                  <a:srgbClr val="B5CEA8"/>
                </a:solidFill>
                <a:effectLst/>
                <a:latin typeface="Consolas" panose="020B0609020204030204" pitchFamily="49" charset="0"/>
              </a:rPr>
              <a:t>0.46</a:t>
            </a:r>
            <a:r>
              <a:rPr lang="pt-BR" sz="20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;</a:t>
            </a:r>
          </a:p>
          <a:p>
            <a:pPr>
              <a:lnSpc>
                <a:spcPts val="1425"/>
              </a:lnSpc>
              <a:buNone/>
            </a:pPr>
            <a:br>
              <a:rPr lang="pt-BR" sz="20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</a:br>
            <a:endParaRPr lang="pt-BR" sz="2000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ts val="1425"/>
              </a:lnSpc>
              <a:buNone/>
            </a:pPr>
            <a:r>
              <a:rPr lang="pt-BR" sz="20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</a:t>
            </a:r>
            <a:r>
              <a:rPr lang="pt-BR" sz="2000" b="0" dirty="0" err="1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public</a:t>
            </a:r>
            <a:r>
              <a:rPr lang="pt-BR" sz="20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pt-BR" sz="2000" b="0" dirty="0" err="1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static</a:t>
            </a:r>
            <a:r>
              <a:rPr lang="pt-BR" sz="20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pt-BR" sz="2000" b="0" dirty="0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final</a:t>
            </a:r>
            <a:r>
              <a:rPr lang="pt-BR" sz="20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pt-BR" sz="2000" b="0" dirty="0" err="1">
                <a:solidFill>
                  <a:srgbClr val="4EC9B0"/>
                </a:solidFill>
                <a:effectLst/>
                <a:latin typeface="Consolas" panose="020B0609020204030204" pitchFamily="49" charset="0"/>
              </a:rPr>
              <a:t>double</a:t>
            </a:r>
            <a:r>
              <a:rPr lang="pt-BR" sz="20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pt-BR" sz="2000" b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REAR_ROLL</a:t>
            </a:r>
            <a:r>
              <a:rPr lang="pt-BR" sz="20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pt-BR" sz="20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pt-BR" sz="20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pt-BR" sz="2000" b="0" dirty="0">
                <a:solidFill>
                  <a:srgbClr val="B5CEA8"/>
                </a:solidFill>
                <a:effectLst/>
                <a:latin typeface="Consolas" panose="020B0609020204030204" pitchFamily="49" charset="0"/>
              </a:rPr>
              <a:t>0.0</a:t>
            </a:r>
            <a:r>
              <a:rPr lang="pt-BR" sz="20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;</a:t>
            </a:r>
          </a:p>
          <a:p>
            <a:pPr>
              <a:lnSpc>
                <a:spcPts val="1425"/>
              </a:lnSpc>
              <a:buNone/>
            </a:pPr>
            <a:r>
              <a:rPr lang="pt-BR" sz="20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</a:t>
            </a:r>
            <a:r>
              <a:rPr lang="pt-BR" sz="2000" b="0" dirty="0" err="1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public</a:t>
            </a:r>
            <a:r>
              <a:rPr lang="pt-BR" sz="20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pt-BR" sz="2000" b="0" dirty="0" err="1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static</a:t>
            </a:r>
            <a:r>
              <a:rPr lang="pt-BR" sz="20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pt-BR" sz="2000" b="0" dirty="0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final</a:t>
            </a:r>
            <a:r>
              <a:rPr lang="pt-BR" sz="20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pt-BR" sz="2000" b="0" dirty="0" err="1">
                <a:solidFill>
                  <a:srgbClr val="4EC9B0"/>
                </a:solidFill>
                <a:effectLst/>
                <a:latin typeface="Consolas" panose="020B0609020204030204" pitchFamily="49" charset="0"/>
              </a:rPr>
              <a:t>double</a:t>
            </a:r>
            <a:r>
              <a:rPr lang="pt-BR" sz="20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pt-BR" sz="2000" b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REAR_PITCH</a:t>
            </a:r>
            <a:r>
              <a:rPr lang="pt-BR" sz="20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pt-BR" sz="20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pt-BR" sz="20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pt-BR" sz="2000" b="0" dirty="0">
                <a:solidFill>
                  <a:srgbClr val="B5CEA8"/>
                </a:solidFill>
                <a:effectLst/>
                <a:latin typeface="Consolas" panose="020B0609020204030204" pitchFamily="49" charset="0"/>
              </a:rPr>
              <a:t>4.0</a:t>
            </a:r>
            <a:r>
              <a:rPr lang="pt-BR" sz="20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;</a:t>
            </a:r>
          </a:p>
          <a:p>
            <a:pPr>
              <a:lnSpc>
                <a:spcPts val="1425"/>
              </a:lnSpc>
              <a:buNone/>
            </a:pPr>
            <a:r>
              <a:rPr lang="pt-BR" sz="20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</a:t>
            </a:r>
            <a:r>
              <a:rPr lang="pt-BR" sz="2000" b="0" dirty="0" err="1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public</a:t>
            </a:r>
            <a:r>
              <a:rPr lang="pt-BR" sz="20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pt-BR" sz="2000" b="0" dirty="0" err="1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static</a:t>
            </a:r>
            <a:r>
              <a:rPr lang="pt-BR" sz="20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pt-BR" sz="2000" b="0" dirty="0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final</a:t>
            </a:r>
            <a:r>
              <a:rPr lang="pt-BR" sz="20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pt-BR" sz="2000" b="0" dirty="0" err="1">
                <a:solidFill>
                  <a:srgbClr val="4EC9B0"/>
                </a:solidFill>
                <a:effectLst/>
                <a:latin typeface="Consolas" panose="020B0609020204030204" pitchFamily="49" charset="0"/>
              </a:rPr>
              <a:t>double</a:t>
            </a:r>
            <a:r>
              <a:rPr lang="pt-BR" sz="20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pt-BR" sz="2000" b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REAR_YAW</a:t>
            </a:r>
            <a:r>
              <a:rPr lang="pt-BR" sz="20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pt-BR" sz="20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pt-BR" sz="20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pt-BR" sz="2000" b="0" dirty="0">
                <a:solidFill>
                  <a:srgbClr val="B5CEA8"/>
                </a:solidFill>
                <a:effectLst/>
                <a:latin typeface="Consolas" panose="020B0609020204030204" pitchFamily="49" charset="0"/>
              </a:rPr>
              <a:t>180.0</a:t>
            </a:r>
            <a:r>
              <a:rPr lang="pt-BR" sz="20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;</a:t>
            </a:r>
          </a:p>
          <a:p>
            <a:endParaRPr lang="pt-BR" sz="1800" dirty="0"/>
          </a:p>
        </p:txBody>
      </p:sp>
      <p:pic>
        <p:nvPicPr>
          <p:cNvPr id="5" name="Imagem 4">
            <a:extLst>
              <a:ext uri="{FF2B5EF4-FFF2-40B4-BE49-F238E27FC236}">
                <a16:creationId xmlns:a16="http://schemas.microsoft.com/office/drawing/2014/main" id="{D68D7734-0BF2-3E6D-EAE1-F451E6C8DAC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505097" y="0"/>
            <a:ext cx="2686903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0688255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CaixaDeTexto 4">
            <a:extLst>
              <a:ext uri="{FF2B5EF4-FFF2-40B4-BE49-F238E27FC236}">
                <a16:creationId xmlns:a16="http://schemas.microsoft.com/office/drawing/2014/main" id="{30AF111E-8EA9-C6CF-3378-B7DB3370C80C}"/>
              </a:ext>
            </a:extLst>
          </p:cNvPr>
          <p:cNvSpPr txBox="1"/>
          <p:nvPr/>
        </p:nvSpPr>
        <p:spPr>
          <a:xfrm>
            <a:off x="6041572" y="384406"/>
            <a:ext cx="6150428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pt-BR" b="1">
                <a:latin typeface="Courier New" panose="02070309020205020404" pitchFamily="49" charset="0"/>
              </a:rPr>
              <a:t>REAR_FORWARD = -0.29</a:t>
            </a:r>
            <a:endParaRPr lang="pt-BR" b="1"/>
          </a:p>
          <a:p>
            <a:pPr>
              <a:buNone/>
            </a:pPr>
            <a:r>
              <a:rPr lang="pt-BR"/>
              <a:t>Distância da câmera para frente/trás do centro do robô.</a:t>
            </a:r>
            <a:endParaRPr lang="pt-BR" dirty="0"/>
          </a:p>
        </p:txBody>
      </p:sp>
      <p:sp>
        <p:nvSpPr>
          <p:cNvPr id="10" name="CaixaDeTexto 9">
            <a:extLst>
              <a:ext uri="{FF2B5EF4-FFF2-40B4-BE49-F238E27FC236}">
                <a16:creationId xmlns:a16="http://schemas.microsoft.com/office/drawing/2014/main" id="{917FC38E-23A0-E598-447F-468DD635A7D8}"/>
              </a:ext>
            </a:extLst>
          </p:cNvPr>
          <p:cNvSpPr txBox="1"/>
          <p:nvPr/>
        </p:nvSpPr>
        <p:spPr>
          <a:xfrm>
            <a:off x="6041572" y="1582341"/>
            <a:ext cx="6096000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pt-BR" b="1" dirty="0">
                <a:latin typeface="Courier New" panose="02070309020205020404" pitchFamily="49" charset="0"/>
              </a:rPr>
              <a:t>REAR_RIGHT = 0.16</a:t>
            </a:r>
            <a:endParaRPr lang="pt-BR" b="1" dirty="0"/>
          </a:p>
          <a:p>
            <a:pPr>
              <a:buNone/>
            </a:pPr>
            <a:r>
              <a:rPr lang="pt-BR" dirty="0"/>
              <a:t>Distância lateral.</a:t>
            </a:r>
          </a:p>
        </p:txBody>
      </p:sp>
      <p:sp>
        <p:nvSpPr>
          <p:cNvPr id="12" name="CaixaDeTexto 11">
            <a:extLst>
              <a:ext uri="{FF2B5EF4-FFF2-40B4-BE49-F238E27FC236}">
                <a16:creationId xmlns:a16="http://schemas.microsoft.com/office/drawing/2014/main" id="{E8598B33-D52E-8CD6-017E-95FF37246583}"/>
              </a:ext>
            </a:extLst>
          </p:cNvPr>
          <p:cNvSpPr txBox="1"/>
          <p:nvPr/>
        </p:nvSpPr>
        <p:spPr>
          <a:xfrm>
            <a:off x="6041572" y="2228672"/>
            <a:ext cx="60960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pt-BR" dirty="0"/>
              <a:t>câmera está 16 cm à DIREITA do centro</a:t>
            </a:r>
          </a:p>
        </p:txBody>
      </p:sp>
      <p:sp>
        <p:nvSpPr>
          <p:cNvPr id="14" name="CaixaDeTexto 13">
            <a:extLst>
              <a:ext uri="{FF2B5EF4-FFF2-40B4-BE49-F238E27FC236}">
                <a16:creationId xmlns:a16="http://schemas.microsoft.com/office/drawing/2014/main" id="{61245A5C-DB8D-60A9-3913-7792C30CBCE2}"/>
              </a:ext>
            </a:extLst>
          </p:cNvPr>
          <p:cNvSpPr txBox="1"/>
          <p:nvPr/>
        </p:nvSpPr>
        <p:spPr>
          <a:xfrm>
            <a:off x="6041572" y="2782669"/>
            <a:ext cx="6096000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pt-BR" b="1" dirty="0">
                <a:latin typeface="Courier New" panose="02070309020205020404" pitchFamily="49" charset="0"/>
              </a:rPr>
              <a:t>REAR_UP = 0.46</a:t>
            </a:r>
            <a:endParaRPr lang="pt-BR" b="1" dirty="0"/>
          </a:p>
          <a:p>
            <a:pPr>
              <a:buNone/>
            </a:pPr>
            <a:r>
              <a:rPr lang="pt-BR" dirty="0"/>
              <a:t>Altura da câmera.</a:t>
            </a:r>
          </a:p>
        </p:txBody>
      </p:sp>
      <p:sp>
        <p:nvSpPr>
          <p:cNvPr id="16" name="CaixaDeTexto 15">
            <a:extLst>
              <a:ext uri="{FF2B5EF4-FFF2-40B4-BE49-F238E27FC236}">
                <a16:creationId xmlns:a16="http://schemas.microsoft.com/office/drawing/2014/main" id="{B525D4F0-326E-FF73-488A-D6B16C4A833C}"/>
              </a:ext>
            </a:extLst>
          </p:cNvPr>
          <p:cNvSpPr txBox="1"/>
          <p:nvPr/>
        </p:nvSpPr>
        <p:spPr>
          <a:xfrm>
            <a:off x="5987144" y="3429000"/>
            <a:ext cx="60960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pt-BR" dirty="0"/>
              <a:t>câmera está 46 cm acima do chão</a:t>
            </a:r>
          </a:p>
        </p:txBody>
      </p:sp>
      <p:sp>
        <p:nvSpPr>
          <p:cNvPr id="18" name="CaixaDeTexto 17">
            <a:extLst>
              <a:ext uri="{FF2B5EF4-FFF2-40B4-BE49-F238E27FC236}">
                <a16:creationId xmlns:a16="http://schemas.microsoft.com/office/drawing/2014/main" id="{7DA2F654-D030-9EAD-373B-08E6E42950FF}"/>
              </a:ext>
            </a:extLst>
          </p:cNvPr>
          <p:cNvSpPr txBox="1"/>
          <p:nvPr/>
        </p:nvSpPr>
        <p:spPr>
          <a:xfrm>
            <a:off x="6096000" y="984571"/>
            <a:ext cx="6123214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pt-BR" dirty="0"/>
              <a:t>câmera está 29 cm ATRÁS do centro do robô</a:t>
            </a:r>
          </a:p>
        </p:txBody>
      </p:sp>
      <p:sp>
        <p:nvSpPr>
          <p:cNvPr id="20" name="CaixaDeTexto 19">
            <a:extLst>
              <a:ext uri="{FF2B5EF4-FFF2-40B4-BE49-F238E27FC236}">
                <a16:creationId xmlns:a16="http://schemas.microsoft.com/office/drawing/2014/main" id="{62C7A217-9797-760F-F05F-F1CE6BD134E0}"/>
              </a:ext>
            </a:extLst>
          </p:cNvPr>
          <p:cNvSpPr txBox="1"/>
          <p:nvPr/>
        </p:nvSpPr>
        <p:spPr>
          <a:xfrm>
            <a:off x="182335" y="545989"/>
            <a:ext cx="6134100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pt-BR" b="1" dirty="0">
                <a:latin typeface="Courier New" panose="02070309020205020404" pitchFamily="49" charset="0"/>
              </a:rPr>
              <a:t>REAR_ROLL = 0.0</a:t>
            </a:r>
            <a:endParaRPr lang="pt-BR" b="1" dirty="0"/>
          </a:p>
          <a:p>
            <a:pPr>
              <a:buNone/>
            </a:pPr>
            <a:r>
              <a:rPr lang="pt-BR" dirty="0"/>
              <a:t>Inclinação lateral.</a:t>
            </a:r>
          </a:p>
        </p:txBody>
      </p:sp>
      <p:sp>
        <p:nvSpPr>
          <p:cNvPr id="22" name="CaixaDeTexto 21">
            <a:extLst>
              <a:ext uri="{FF2B5EF4-FFF2-40B4-BE49-F238E27FC236}">
                <a16:creationId xmlns:a16="http://schemas.microsoft.com/office/drawing/2014/main" id="{DD720E7F-51BD-8891-AE51-E158B0D6322A}"/>
              </a:ext>
            </a:extLst>
          </p:cNvPr>
          <p:cNvSpPr txBox="1"/>
          <p:nvPr/>
        </p:nvSpPr>
        <p:spPr>
          <a:xfrm>
            <a:off x="182335" y="1484015"/>
            <a:ext cx="6106884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pt-BR" dirty="0"/>
              <a:t>Imagine a câmera tombando:</a:t>
            </a:r>
          </a:p>
          <a:p>
            <a:r>
              <a:rPr lang="pt-BR" dirty="0">
                <a:latin typeface="Courier New" panose="02070309020205020404" pitchFamily="49" charset="0"/>
              </a:rPr>
              <a:t>/ ou </a:t>
            </a:r>
            <a:r>
              <a:rPr lang="pt-BR" dirty="0"/>
              <a:t>\</a:t>
            </a:r>
            <a:endParaRPr lang="pt-BR" dirty="0">
              <a:latin typeface="Courier New" panose="02070309020205020404" pitchFamily="49" charset="0"/>
            </a:endParaRPr>
          </a:p>
        </p:txBody>
      </p:sp>
      <p:sp>
        <p:nvSpPr>
          <p:cNvPr id="24" name="CaixaDeTexto 23">
            <a:extLst>
              <a:ext uri="{FF2B5EF4-FFF2-40B4-BE49-F238E27FC236}">
                <a16:creationId xmlns:a16="http://schemas.microsoft.com/office/drawing/2014/main" id="{65DCFC21-67FD-B83C-C558-0A0ED95B0FAD}"/>
              </a:ext>
            </a:extLst>
          </p:cNvPr>
          <p:cNvSpPr txBox="1"/>
          <p:nvPr/>
        </p:nvSpPr>
        <p:spPr>
          <a:xfrm>
            <a:off x="195943" y="1114683"/>
            <a:ext cx="6106884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pt-BR" dirty="0">
                <a:latin typeface="Courier New" panose="02070309020205020404" pitchFamily="49" charset="0"/>
              </a:rPr>
              <a:t>0</a:t>
            </a:r>
            <a:r>
              <a:rPr lang="pt-BR" dirty="0"/>
              <a:t> = reta geralmente quase sempre 0</a:t>
            </a:r>
          </a:p>
        </p:txBody>
      </p:sp>
      <p:sp>
        <p:nvSpPr>
          <p:cNvPr id="26" name="CaixaDeTexto 25">
            <a:extLst>
              <a:ext uri="{FF2B5EF4-FFF2-40B4-BE49-F238E27FC236}">
                <a16:creationId xmlns:a16="http://schemas.microsoft.com/office/drawing/2014/main" id="{380B16A5-FDA5-E0F9-DD6E-D63AC067BE4D}"/>
              </a:ext>
            </a:extLst>
          </p:cNvPr>
          <p:cNvSpPr txBox="1"/>
          <p:nvPr/>
        </p:nvSpPr>
        <p:spPr>
          <a:xfrm>
            <a:off x="168727" y="2246762"/>
            <a:ext cx="4171951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pt-BR" b="1">
                <a:latin typeface="Courier New" panose="02070309020205020404" pitchFamily="49" charset="0"/>
              </a:rPr>
              <a:t>REAR_PITCH = 4.0</a:t>
            </a:r>
            <a:endParaRPr lang="pt-BR" b="1"/>
          </a:p>
          <a:p>
            <a:pPr>
              <a:buNone/>
            </a:pPr>
            <a:r>
              <a:rPr lang="pt-BR"/>
              <a:t>Inclinação para cima/baixo.</a:t>
            </a:r>
            <a:endParaRPr lang="pt-BR" dirty="0"/>
          </a:p>
        </p:txBody>
      </p:sp>
      <p:sp>
        <p:nvSpPr>
          <p:cNvPr id="28" name="CaixaDeTexto 27">
            <a:extLst>
              <a:ext uri="{FF2B5EF4-FFF2-40B4-BE49-F238E27FC236}">
                <a16:creationId xmlns:a16="http://schemas.microsoft.com/office/drawing/2014/main" id="{F236FE70-A3A7-E737-B9B7-5B4DB5394720}"/>
              </a:ext>
            </a:extLst>
          </p:cNvPr>
          <p:cNvSpPr txBox="1"/>
          <p:nvPr/>
        </p:nvSpPr>
        <p:spPr>
          <a:xfrm>
            <a:off x="182335" y="3301113"/>
            <a:ext cx="6106884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pt-BR" dirty="0"/>
              <a:t>Imagine:</a:t>
            </a:r>
          </a:p>
          <a:p>
            <a:r>
              <a:rPr lang="pt-BR" dirty="0">
                <a:latin typeface="Courier New" panose="02070309020205020404" pitchFamily="49" charset="0"/>
              </a:rPr>
              <a:t>↗ ou </a:t>
            </a:r>
            <a:r>
              <a:rPr lang="pt-BR" dirty="0"/>
              <a:t>↘</a:t>
            </a:r>
            <a:endParaRPr lang="pt-BR" dirty="0">
              <a:latin typeface="Courier New" panose="02070309020205020404" pitchFamily="49" charset="0"/>
            </a:endParaRPr>
          </a:p>
        </p:txBody>
      </p:sp>
      <p:sp>
        <p:nvSpPr>
          <p:cNvPr id="30" name="CaixaDeTexto 29">
            <a:extLst>
              <a:ext uri="{FF2B5EF4-FFF2-40B4-BE49-F238E27FC236}">
                <a16:creationId xmlns:a16="http://schemas.microsoft.com/office/drawing/2014/main" id="{E229DDFB-0748-65BF-E85C-27C22A7F911B}"/>
              </a:ext>
            </a:extLst>
          </p:cNvPr>
          <p:cNvSpPr txBox="1"/>
          <p:nvPr/>
        </p:nvSpPr>
        <p:spPr>
          <a:xfrm>
            <a:off x="182335" y="2915255"/>
            <a:ext cx="6106884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pt-BR" dirty="0"/>
              <a:t>4 graus para cima</a:t>
            </a:r>
          </a:p>
        </p:txBody>
      </p:sp>
      <p:sp>
        <p:nvSpPr>
          <p:cNvPr id="32" name="CaixaDeTexto 31">
            <a:extLst>
              <a:ext uri="{FF2B5EF4-FFF2-40B4-BE49-F238E27FC236}">
                <a16:creationId xmlns:a16="http://schemas.microsoft.com/office/drawing/2014/main" id="{BD5DA067-68C3-5B8F-0BC4-BB2B6D58AD98}"/>
              </a:ext>
            </a:extLst>
          </p:cNvPr>
          <p:cNvSpPr txBox="1"/>
          <p:nvPr/>
        </p:nvSpPr>
        <p:spPr>
          <a:xfrm>
            <a:off x="168727" y="4115583"/>
            <a:ext cx="6106884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pt-BR" b="1" dirty="0">
                <a:latin typeface="Courier New" panose="02070309020205020404" pitchFamily="49" charset="0"/>
              </a:rPr>
              <a:t>REAR_YAW = 180.0</a:t>
            </a:r>
            <a:endParaRPr lang="pt-BR" b="1" dirty="0"/>
          </a:p>
          <a:p>
            <a:pPr>
              <a:buNone/>
            </a:pPr>
            <a:r>
              <a:rPr lang="pt-BR" dirty="0"/>
              <a:t>Rotação horizontal.</a:t>
            </a:r>
          </a:p>
        </p:txBody>
      </p:sp>
      <p:graphicFrame>
        <p:nvGraphicFramePr>
          <p:cNvPr id="33" name="Tabela 32">
            <a:extLst>
              <a:ext uri="{FF2B5EF4-FFF2-40B4-BE49-F238E27FC236}">
                <a16:creationId xmlns:a16="http://schemas.microsoft.com/office/drawing/2014/main" id="{F8F3A8B8-4B7B-B0DB-27F6-8B37C9C2598C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452502713"/>
              </p:ext>
            </p:extLst>
          </p:nvPr>
        </p:nvGraphicFramePr>
        <p:xfrm>
          <a:off x="195943" y="4930053"/>
          <a:ext cx="2634343" cy="1539715"/>
        </p:xfrm>
        <a:graphic>
          <a:graphicData uri="http://schemas.openxmlformats.org/drawingml/2006/table">
            <a:tbl>
              <a:tblPr>
                <a:tableStyleId>{5940675A-B579-460E-94D1-54222C63F5DA}</a:tableStyleId>
              </a:tblPr>
              <a:tblGrid>
                <a:gridCol w="891501">
                  <a:extLst>
                    <a:ext uri="{9D8B030D-6E8A-4147-A177-3AD203B41FA5}">
                      <a16:colId xmlns:a16="http://schemas.microsoft.com/office/drawing/2014/main" val="3491999998"/>
                    </a:ext>
                  </a:extLst>
                </a:gridCol>
                <a:gridCol w="1742842">
                  <a:extLst>
                    <a:ext uri="{9D8B030D-6E8A-4147-A177-3AD203B41FA5}">
                      <a16:colId xmlns:a16="http://schemas.microsoft.com/office/drawing/2014/main" val="3269182719"/>
                    </a:ext>
                  </a:extLst>
                </a:gridCol>
              </a:tblGrid>
              <a:tr h="307943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pt-BR" sz="1400"/>
                        <a:t>Valor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pt-BR" sz="1400" dirty="0"/>
                        <a:t>Direção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743702884"/>
                  </a:ext>
                </a:extLst>
              </a:tr>
              <a:tr h="307943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pt-BR" sz="1400"/>
                        <a:t>0°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pt-BR" sz="1400"/>
                        <a:t>frente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204845391"/>
                  </a:ext>
                </a:extLst>
              </a:tr>
              <a:tr h="307943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pt-BR" sz="1400"/>
                        <a:t>90°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pt-BR" sz="1400"/>
                        <a:t>direita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440221578"/>
                  </a:ext>
                </a:extLst>
              </a:tr>
              <a:tr h="307943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pt-BR" sz="1400"/>
                        <a:t>-90°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pt-BR" sz="1400"/>
                        <a:t>esquerda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705760873"/>
                  </a:ext>
                </a:extLst>
              </a:tr>
              <a:tr h="307943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pt-BR" sz="1400"/>
                        <a:t>180°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pt-BR" sz="1400" dirty="0"/>
                        <a:t>trás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744266920"/>
                  </a:ext>
                </a:extLst>
              </a:tr>
            </a:tbl>
          </a:graphicData>
        </a:graphic>
      </p:graphicFrame>
      <p:pic>
        <p:nvPicPr>
          <p:cNvPr id="35" name="Imagem 34">
            <a:extLst>
              <a:ext uri="{FF2B5EF4-FFF2-40B4-BE49-F238E27FC236}">
                <a16:creationId xmlns:a16="http://schemas.microsoft.com/office/drawing/2014/main" id="{8234E581-B9C8-4B09-46D9-DBD539ED6CB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114071" y="3926219"/>
            <a:ext cx="1695687" cy="2695951"/>
          </a:xfrm>
          <a:prstGeom prst="rect">
            <a:avLst/>
          </a:prstGeom>
        </p:spPr>
      </p:pic>
      <p:pic>
        <p:nvPicPr>
          <p:cNvPr id="37" name="Imagem 36">
            <a:extLst>
              <a:ext uri="{FF2B5EF4-FFF2-40B4-BE49-F238E27FC236}">
                <a16:creationId xmlns:a16="http://schemas.microsoft.com/office/drawing/2014/main" id="{BA2121EE-7B0E-DA87-5652-A6912F19D57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149393" y="4183449"/>
            <a:ext cx="3286584" cy="228631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57803222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72" name="Rectangle 71">
            <a:extLst>
              <a:ext uri="{FF2B5EF4-FFF2-40B4-BE49-F238E27FC236}">
                <a16:creationId xmlns:a16="http://schemas.microsoft.com/office/drawing/2014/main" id="{934F1179-B481-4F9E-BCA3-AFB972070F8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4" name="Right Triangle 73">
            <a:extLst>
              <a:ext uri="{FF2B5EF4-FFF2-40B4-BE49-F238E27FC236}">
                <a16:creationId xmlns:a16="http://schemas.microsoft.com/office/drawing/2014/main" id="{827DC2C4-B485-428A-BF4A-472D2967F47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8576720" y="3335867"/>
            <a:ext cx="3291840" cy="3200400"/>
          </a:xfrm>
          <a:prstGeom prst="rtTriangle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76" name="Rectangle 75">
            <a:extLst>
              <a:ext uri="{FF2B5EF4-FFF2-40B4-BE49-F238E27FC236}">
                <a16:creationId xmlns:a16="http://schemas.microsoft.com/office/drawing/2014/main" id="{EE04B5EB-F158-4507-90DD-BD23620C7CC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41774" y="623275"/>
            <a:ext cx="10905053" cy="5607882"/>
          </a:xfrm>
          <a:prstGeom prst="rect">
            <a:avLst/>
          </a:prstGeom>
          <a:noFill/>
          <a:ln w="19050"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ítulo 1">
            <a:extLst>
              <a:ext uri="{FF2B5EF4-FFF2-40B4-BE49-F238E27FC236}">
                <a16:creationId xmlns:a16="http://schemas.microsoft.com/office/drawing/2014/main" id="{359ABAC1-DED5-FC7A-D2AB-55631FBF852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285241" y="1008993"/>
            <a:ext cx="9231410" cy="3542045"/>
          </a:xfrm>
        </p:spPr>
        <p:txBody>
          <a:bodyPr anchor="b">
            <a:normAutofit/>
          </a:bodyPr>
          <a:lstStyle/>
          <a:p>
            <a:pPr algn="l"/>
            <a:r>
              <a:rPr lang="pt-BR" sz="11500"/>
              <a:t>AprilTag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C67EB05A-178B-47C5-9CC2-A37701BD07E5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285241" y="4582814"/>
            <a:ext cx="7132335" cy="1312657"/>
          </a:xfrm>
        </p:spPr>
        <p:txBody>
          <a:bodyPr anchor="t">
            <a:normAutofit/>
          </a:bodyPr>
          <a:lstStyle/>
          <a:p>
            <a:pPr algn="l"/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97045227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500"/>
                                  </p:stCondLst>
                                  <p:iterate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7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BACC6370-2D7E-4714-9D71-7542949D7D5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F68B3F68-107C-434F-AA38-110D5EA91B8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2" y="0"/>
            <a:ext cx="12191998" cy="1575955"/>
          </a:xfrm>
          <a:prstGeom prst="rect">
            <a:avLst/>
          </a:prstGeom>
          <a:gradFill>
            <a:gsLst>
              <a:gs pos="0">
                <a:srgbClr val="000000">
                  <a:alpha val="96000"/>
                </a:srgbClr>
              </a:gs>
              <a:gs pos="100000">
                <a:schemeClr val="accent1">
                  <a:lumMod val="75000"/>
                </a:schemeClr>
              </a:gs>
            </a:gsLst>
            <a:lin ang="8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AAD0DBB9-1A4B-4391-81D4-CB19F9AB918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8128857" y="0"/>
            <a:ext cx="4063143" cy="1576412"/>
          </a:xfrm>
          <a:prstGeom prst="rect">
            <a:avLst/>
          </a:prstGeom>
          <a:gradFill>
            <a:gsLst>
              <a:gs pos="19000">
                <a:schemeClr val="accent1">
                  <a:lumMod val="50000"/>
                  <a:alpha val="68000"/>
                </a:schemeClr>
              </a:gs>
              <a:gs pos="100000">
                <a:schemeClr val="accent1">
                  <a:alpha val="79000"/>
                </a:schemeClr>
              </a:gs>
            </a:gsLst>
            <a:lin ang="19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063BBA22-50EA-4C4D-BE05-F1CE4E63AA5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5307777" y="-5307778"/>
            <a:ext cx="1576446" cy="12192002"/>
          </a:xfrm>
          <a:prstGeom prst="rect">
            <a:avLst/>
          </a:prstGeom>
          <a:gradFill>
            <a:gsLst>
              <a:gs pos="23000">
                <a:schemeClr val="accent1">
                  <a:alpha val="0"/>
                </a:schemeClr>
              </a:gs>
              <a:gs pos="99000">
                <a:srgbClr val="000000">
                  <a:alpha val="74000"/>
                </a:srgbClr>
              </a:gs>
            </a:gsLst>
            <a:lin ang="20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ítulo 1">
            <a:extLst>
              <a:ext uri="{FF2B5EF4-FFF2-40B4-BE49-F238E27FC236}">
                <a16:creationId xmlns:a16="http://schemas.microsoft.com/office/drawing/2014/main" id="{49961FC4-9B38-8EC6-52A2-7887143CA66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71597" y="348865"/>
            <a:ext cx="10044023" cy="877729"/>
          </a:xfrm>
        </p:spPr>
        <p:txBody>
          <a:bodyPr anchor="ctr">
            <a:normAutofit/>
          </a:bodyPr>
          <a:lstStyle/>
          <a:p>
            <a:r>
              <a:rPr lang="pt-BR" sz="4000">
                <a:solidFill>
                  <a:srgbClr val="FFFFFF"/>
                </a:solidFill>
              </a:rPr>
              <a:t>🎯 O que é uma AprilTag?</a:t>
            </a:r>
          </a:p>
        </p:txBody>
      </p:sp>
      <p:graphicFrame>
        <p:nvGraphicFramePr>
          <p:cNvPr id="5" name="Espaço Reservado para Conteúdo 2">
            <a:extLst>
              <a:ext uri="{FF2B5EF4-FFF2-40B4-BE49-F238E27FC236}">
                <a16:creationId xmlns:a16="http://schemas.microsoft.com/office/drawing/2014/main" id="{90AA9129-737F-85FC-B015-B660748D0E26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163761403"/>
              </p:ext>
            </p:extLst>
          </p:nvPr>
        </p:nvGraphicFramePr>
        <p:xfrm>
          <a:off x="644056" y="2112579"/>
          <a:ext cx="10927829" cy="4192805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2008766400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" name="Imagem 14" descr="Combine AprilTag and Lidar for Robotpose - Sensors - Chief Delphi">
            <a:extLst>
              <a:ext uri="{FF2B5EF4-FFF2-40B4-BE49-F238E27FC236}">
                <a16:creationId xmlns:a16="http://schemas.microsoft.com/office/drawing/2014/main" id="{460F91E5-1BDD-22A5-B170-C5D4634869A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62825" y="2990850"/>
            <a:ext cx="4829175" cy="3867150"/>
          </a:xfrm>
          <a:prstGeom prst="rect">
            <a:avLst/>
          </a:prstGeom>
        </p:spPr>
      </p:pic>
      <p:graphicFrame>
        <p:nvGraphicFramePr>
          <p:cNvPr id="12" name="Tabela 11">
            <a:extLst>
              <a:ext uri="{FF2B5EF4-FFF2-40B4-BE49-F238E27FC236}">
                <a16:creationId xmlns:a16="http://schemas.microsoft.com/office/drawing/2014/main" id="{9EB8CFD2-262D-9AC9-C5F6-AC7B89F4838A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96096454"/>
              </p:ext>
            </p:extLst>
          </p:nvPr>
        </p:nvGraphicFramePr>
        <p:xfrm>
          <a:off x="838200" y="1477986"/>
          <a:ext cx="10515600" cy="2194560"/>
        </p:xfrm>
        <a:graphic>
          <a:graphicData uri="http://schemas.openxmlformats.org/drawingml/2006/table">
            <a:tbl>
              <a:tblPr/>
              <a:tblGrid>
                <a:gridCol w="5257800">
                  <a:extLst>
                    <a:ext uri="{9D8B030D-6E8A-4147-A177-3AD203B41FA5}">
                      <a16:colId xmlns:a16="http://schemas.microsoft.com/office/drawing/2014/main" val="2817047322"/>
                    </a:ext>
                  </a:extLst>
                </a:gridCol>
                <a:gridCol w="5257800">
                  <a:extLst>
                    <a:ext uri="{9D8B030D-6E8A-4147-A177-3AD203B41FA5}">
                      <a16:colId xmlns:a16="http://schemas.microsoft.com/office/drawing/2014/main" val="3418041668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pt-BR"/>
                        <a:t>Valor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pt-BR"/>
                        <a:t>Significado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299045012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pt-BR"/>
                        <a:t>tx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pt-BR"/>
                        <a:t>quanto o alvo está para esquerda/direita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862165932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pt-BR"/>
                        <a:t>ty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pt-BR"/>
                        <a:t>quanto está para cima/baixo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202260224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pt-BR"/>
                        <a:t>ta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pt-BR"/>
                        <a:t>tamanho do alvo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558790375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pt-BR"/>
                        <a:t>tid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pt-BR" dirty="0"/>
                        <a:t>ID da </a:t>
                      </a:r>
                      <a:r>
                        <a:rPr lang="pt-BR" dirty="0" err="1"/>
                        <a:t>AprilTag</a:t>
                      </a:r>
                      <a:endParaRPr lang="pt-BR" dirty="0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532471507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pt-BR"/>
                        <a:t>botpose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pt-BR" dirty="0"/>
                        <a:t>posição do robô no campo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430801801"/>
                  </a:ext>
                </a:extLst>
              </a:tr>
            </a:tbl>
          </a:graphicData>
        </a:graphic>
      </p:graphicFrame>
      <p:sp>
        <p:nvSpPr>
          <p:cNvPr id="14" name="CaixaDeTexto 13">
            <a:extLst>
              <a:ext uri="{FF2B5EF4-FFF2-40B4-BE49-F238E27FC236}">
                <a16:creationId xmlns:a16="http://schemas.microsoft.com/office/drawing/2014/main" id="{3435CBEA-A473-0828-249D-B942B7045F15}"/>
              </a:ext>
            </a:extLst>
          </p:cNvPr>
          <p:cNvSpPr txBox="1"/>
          <p:nvPr/>
        </p:nvSpPr>
        <p:spPr>
          <a:xfrm>
            <a:off x="838200" y="591235"/>
            <a:ext cx="6096000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pt-BR" b="1" dirty="0"/>
              <a:t>📐 O que a </a:t>
            </a:r>
            <a:r>
              <a:rPr lang="pt-BR" b="1" dirty="0" err="1"/>
              <a:t>Limelight</a:t>
            </a:r>
            <a:r>
              <a:rPr lang="pt-BR" b="1" dirty="0"/>
              <a:t> entrega para o código?</a:t>
            </a:r>
          </a:p>
          <a:p>
            <a:pPr>
              <a:buNone/>
            </a:pPr>
            <a:r>
              <a:rPr lang="pt-BR" dirty="0"/>
              <a:t>Ela envia valores como:</a:t>
            </a:r>
          </a:p>
        </p:txBody>
      </p:sp>
    </p:spTree>
    <p:extLst>
      <p:ext uri="{BB962C8B-B14F-4D97-AF65-F5344CB8AC3E}">
        <p14:creationId xmlns:p14="http://schemas.microsoft.com/office/powerpoint/2010/main" val="139479622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Rectangle 17">
            <a:extLst>
              <a:ext uri="{FF2B5EF4-FFF2-40B4-BE49-F238E27FC236}">
                <a16:creationId xmlns:a16="http://schemas.microsoft.com/office/drawing/2014/main" id="{32BC26D8-82FB-445E-AA49-62A77D7C1EE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564E3E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CB44330D-EA18-4254-AA95-EB49948539B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77012" y="480060"/>
            <a:ext cx="11237976" cy="589788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4" name="Imagem 3">
            <a:extLst>
              <a:ext uri="{FF2B5EF4-FFF2-40B4-BE49-F238E27FC236}">
                <a16:creationId xmlns:a16="http://schemas.microsoft.com/office/drawing/2014/main" id="{1DB557E1-8A81-A59D-7ED5-E77B8B56FCB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3467" y="716364"/>
            <a:ext cx="10905066" cy="542527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98078734"/>
      </p:ext>
    </p:extLst>
  </p:cSld>
  <p:clrMapOvr>
    <a:masterClrMapping/>
  </p:clrMapOvr>
</p:sld>
</file>

<file path=ppt/theme/theme1.xml><?xml version="1.0" encoding="utf-8"?>
<a:theme xmlns:a="http://schemas.openxmlformats.org/drawingml/2006/main" name="Tema do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136</TotalTime>
  <Words>425</Words>
  <Application>Microsoft Office PowerPoint</Application>
  <PresentationFormat>Widescreen</PresentationFormat>
  <Paragraphs>81</Paragraphs>
  <Slides>9</Slides>
  <Notes>0</Notes>
  <HiddenSlides>0</HiddenSlides>
  <MMClips>0</MMClips>
  <ScaleCrop>false</ScaleCrop>
  <HeadingPairs>
    <vt:vector size="6" baseType="variant">
      <vt:variant>
        <vt:lpstr>Fontes usadas</vt:lpstr>
      </vt:variant>
      <vt:variant>
        <vt:i4>5</vt:i4>
      </vt:variant>
      <vt:variant>
        <vt:lpstr>Tema</vt:lpstr>
      </vt:variant>
      <vt:variant>
        <vt:i4>1</vt:i4>
      </vt:variant>
      <vt:variant>
        <vt:lpstr>Títulos de slides</vt:lpstr>
      </vt:variant>
      <vt:variant>
        <vt:i4>9</vt:i4>
      </vt:variant>
    </vt:vector>
  </HeadingPairs>
  <TitlesOfParts>
    <vt:vector size="15" baseType="lpstr">
      <vt:lpstr>Aptos</vt:lpstr>
      <vt:lpstr>Aptos Display</vt:lpstr>
      <vt:lpstr>Arial</vt:lpstr>
      <vt:lpstr>Consolas</vt:lpstr>
      <vt:lpstr>Courier New</vt:lpstr>
      <vt:lpstr>Tema do Office</vt:lpstr>
      <vt:lpstr>LimeLight</vt:lpstr>
      <vt:lpstr>O que é Visão Computacional?</vt:lpstr>
      <vt:lpstr>Limelight</vt:lpstr>
      <vt:lpstr>Constants.java</vt:lpstr>
      <vt:lpstr>Apresentação do PowerPoint</vt:lpstr>
      <vt:lpstr>AprilTag</vt:lpstr>
      <vt:lpstr>🎯 O que é uma AprilTag?</vt:lpstr>
      <vt:lpstr>Apresentação do PowerPoint</vt:lpstr>
      <vt:lpstr>Apresentação do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Fabio Henrique Trevezane</dc:creator>
  <cp:lastModifiedBy>Fabio Henrique Trevezane</cp:lastModifiedBy>
  <cp:revision>21</cp:revision>
  <dcterms:created xsi:type="dcterms:W3CDTF">2026-05-15T19:34:53Z</dcterms:created>
  <dcterms:modified xsi:type="dcterms:W3CDTF">2026-05-18T17:30:02Z</dcterms:modified>
</cp:coreProperties>
</file>